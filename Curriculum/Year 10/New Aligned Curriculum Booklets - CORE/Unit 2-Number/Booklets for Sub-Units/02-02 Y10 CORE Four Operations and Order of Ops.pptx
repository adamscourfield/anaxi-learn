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sldIdLst>
    <p:sldId id="623" r:id="rId5"/>
    <p:sldId id="584" r:id="rId6"/>
    <p:sldId id="398" r:id="rId7"/>
    <p:sldId id="399" r:id="rId8"/>
    <p:sldId id="772" r:id="rId9"/>
    <p:sldId id="773" r:id="rId10"/>
    <p:sldId id="393" r:id="rId11"/>
    <p:sldId id="397" r:id="rId12"/>
    <p:sldId id="396" r:id="rId13"/>
    <p:sldId id="392" r:id="rId14"/>
    <p:sldId id="394" r:id="rId15"/>
    <p:sldId id="395" r:id="rId16"/>
    <p:sldId id="627" r:id="rId17"/>
    <p:sldId id="775" r:id="rId18"/>
    <p:sldId id="776" r:id="rId19"/>
    <p:sldId id="777" r:id="rId20"/>
    <p:sldId id="778" r:id="rId21"/>
    <p:sldId id="630" r:id="rId22"/>
    <p:sldId id="1233" r:id="rId23"/>
    <p:sldId id="1234" r:id="rId24"/>
    <p:sldId id="1236" r:id="rId25"/>
    <p:sldId id="1237" r:id="rId26"/>
    <p:sldId id="637" r:id="rId27"/>
    <p:sldId id="742" r:id="rId28"/>
    <p:sldId id="1232" r:id="rId29"/>
    <p:sldId id="718" r:id="rId30"/>
    <p:sldId id="745" r:id="rId31"/>
    <p:sldId id="1235" r:id="rId32"/>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247" autoAdjust="0"/>
  </p:normalViewPr>
  <p:slideViewPr>
    <p:cSldViewPr snapToGrid="0">
      <p:cViewPr varScale="1">
        <p:scale>
          <a:sx n="77" d="100"/>
          <a:sy n="77" d="100"/>
        </p:scale>
        <p:origin x="3150" y="84"/>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7DD55AB7-91F8-42F3-9D91-41E2495FEE9B}"/>
    <pc:docChg chg="delSld">
      <pc:chgData name="Adam Brown (Astrea Central)" userId="e4577f1c-a0ea-4eef-9851-9bdbe8619e58" providerId="ADAL" clId="{7DD55AB7-91F8-42F3-9D91-41E2495FEE9B}" dt="2025-10-02T09:16:04.655" v="1" actId="47"/>
      <pc:docMkLst>
        <pc:docMk/>
      </pc:docMkLst>
      <pc:sldChg chg="del">
        <pc:chgData name="Adam Brown (Astrea Central)" userId="e4577f1c-a0ea-4eef-9851-9bdbe8619e58" providerId="ADAL" clId="{7DD55AB7-91F8-42F3-9D91-41E2495FEE9B}" dt="2025-10-02T09:15:48.820" v="0" actId="47"/>
        <pc:sldMkLst>
          <pc:docMk/>
          <pc:sldMk cId="962425829" sldId="263"/>
        </pc:sldMkLst>
      </pc:sldChg>
      <pc:sldChg chg="del">
        <pc:chgData name="Adam Brown (Astrea Central)" userId="e4577f1c-a0ea-4eef-9851-9bdbe8619e58" providerId="ADAL" clId="{7DD55AB7-91F8-42F3-9D91-41E2495FEE9B}" dt="2025-10-02T09:15:48.820" v="0" actId="47"/>
        <pc:sldMkLst>
          <pc:docMk/>
          <pc:sldMk cId="1800071420" sldId="264"/>
        </pc:sldMkLst>
      </pc:sldChg>
      <pc:sldChg chg="del">
        <pc:chgData name="Adam Brown (Astrea Central)" userId="e4577f1c-a0ea-4eef-9851-9bdbe8619e58" providerId="ADAL" clId="{7DD55AB7-91F8-42F3-9D91-41E2495FEE9B}" dt="2025-10-02T09:15:48.820" v="0" actId="47"/>
        <pc:sldMkLst>
          <pc:docMk/>
          <pc:sldMk cId="1896114032" sldId="268"/>
        </pc:sldMkLst>
      </pc:sldChg>
      <pc:sldChg chg="del">
        <pc:chgData name="Adam Brown (Astrea Central)" userId="e4577f1c-a0ea-4eef-9851-9bdbe8619e58" providerId="ADAL" clId="{7DD55AB7-91F8-42F3-9D91-41E2495FEE9B}" dt="2025-10-02T09:16:04.655" v="1" actId="47"/>
        <pc:sldMkLst>
          <pc:docMk/>
          <pc:sldMk cId="262385358" sldId="271"/>
        </pc:sldMkLst>
      </pc:sldChg>
      <pc:sldChg chg="del">
        <pc:chgData name="Adam Brown (Astrea Central)" userId="e4577f1c-a0ea-4eef-9851-9bdbe8619e58" providerId="ADAL" clId="{7DD55AB7-91F8-42F3-9D91-41E2495FEE9B}" dt="2025-10-02T09:16:04.655" v="1" actId="47"/>
        <pc:sldMkLst>
          <pc:docMk/>
          <pc:sldMk cId="2345233513" sldId="298"/>
        </pc:sldMkLst>
      </pc:sldChg>
      <pc:sldChg chg="del">
        <pc:chgData name="Adam Brown (Astrea Central)" userId="e4577f1c-a0ea-4eef-9851-9bdbe8619e58" providerId="ADAL" clId="{7DD55AB7-91F8-42F3-9D91-41E2495FEE9B}" dt="2025-10-02T09:16:04.655" v="1" actId="47"/>
        <pc:sldMkLst>
          <pc:docMk/>
          <pc:sldMk cId="2798923889" sldId="301"/>
        </pc:sldMkLst>
      </pc:sldChg>
      <pc:sldChg chg="del">
        <pc:chgData name="Adam Brown (Astrea Central)" userId="e4577f1c-a0ea-4eef-9851-9bdbe8619e58" providerId="ADAL" clId="{7DD55AB7-91F8-42F3-9D91-41E2495FEE9B}" dt="2025-10-02T09:16:04.655" v="1" actId="47"/>
        <pc:sldMkLst>
          <pc:docMk/>
          <pc:sldMk cId="3848312339" sldId="304"/>
        </pc:sldMkLst>
      </pc:sldChg>
      <pc:sldChg chg="del">
        <pc:chgData name="Adam Brown (Astrea Central)" userId="e4577f1c-a0ea-4eef-9851-9bdbe8619e58" providerId="ADAL" clId="{7DD55AB7-91F8-42F3-9D91-41E2495FEE9B}" dt="2025-10-02T09:16:04.655" v="1" actId="47"/>
        <pc:sldMkLst>
          <pc:docMk/>
          <pc:sldMk cId="2748859554" sldId="308"/>
        </pc:sldMkLst>
      </pc:sldChg>
      <pc:sldChg chg="del">
        <pc:chgData name="Adam Brown (Astrea Central)" userId="e4577f1c-a0ea-4eef-9851-9bdbe8619e58" providerId="ADAL" clId="{7DD55AB7-91F8-42F3-9D91-41E2495FEE9B}" dt="2025-10-02T09:16:04.655" v="1" actId="47"/>
        <pc:sldMkLst>
          <pc:docMk/>
          <pc:sldMk cId="425293585" sldId="311"/>
        </pc:sldMkLst>
      </pc:sldChg>
      <pc:sldChg chg="del">
        <pc:chgData name="Adam Brown (Astrea Central)" userId="e4577f1c-a0ea-4eef-9851-9bdbe8619e58" providerId="ADAL" clId="{7DD55AB7-91F8-42F3-9D91-41E2495FEE9B}" dt="2025-10-02T09:16:04.655" v="1" actId="47"/>
        <pc:sldMkLst>
          <pc:docMk/>
          <pc:sldMk cId="886251300" sldId="318"/>
        </pc:sldMkLst>
      </pc:sldChg>
      <pc:sldChg chg="del">
        <pc:chgData name="Adam Brown (Astrea Central)" userId="e4577f1c-a0ea-4eef-9851-9bdbe8619e58" providerId="ADAL" clId="{7DD55AB7-91F8-42F3-9D91-41E2495FEE9B}" dt="2025-10-02T09:16:04.655" v="1" actId="47"/>
        <pc:sldMkLst>
          <pc:docMk/>
          <pc:sldMk cId="1476577565" sldId="319"/>
        </pc:sldMkLst>
      </pc:sldChg>
      <pc:sldChg chg="del">
        <pc:chgData name="Adam Brown (Astrea Central)" userId="e4577f1c-a0ea-4eef-9851-9bdbe8619e58" providerId="ADAL" clId="{7DD55AB7-91F8-42F3-9D91-41E2495FEE9B}" dt="2025-10-02T09:16:04.655" v="1" actId="47"/>
        <pc:sldMkLst>
          <pc:docMk/>
          <pc:sldMk cId="3441728355" sldId="386"/>
        </pc:sldMkLst>
      </pc:sldChg>
      <pc:sldChg chg="del">
        <pc:chgData name="Adam Brown (Astrea Central)" userId="e4577f1c-a0ea-4eef-9851-9bdbe8619e58" providerId="ADAL" clId="{7DD55AB7-91F8-42F3-9D91-41E2495FEE9B}" dt="2025-10-02T09:16:04.655" v="1" actId="47"/>
        <pc:sldMkLst>
          <pc:docMk/>
          <pc:sldMk cId="2669769063" sldId="387"/>
        </pc:sldMkLst>
      </pc:sldChg>
      <pc:sldChg chg="del">
        <pc:chgData name="Adam Brown (Astrea Central)" userId="e4577f1c-a0ea-4eef-9851-9bdbe8619e58" providerId="ADAL" clId="{7DD55AB7-91F8-42F3-9D91-41E2495FEE9B}" dt="2025-10-02T09:16:04.655" v="1" actId="47"/>
        <pc:sldMkLst>
          <pc:docMk/>
          <pc:sldMk cId="505183128" sldId="391"/>
        </pc:sldMkLst>
      </pc:sldChg>
      <pc:sldChg chg="del">
        <pc:chgData name="Adam Brown (Astrea Central)" userId="e4577f1c-a0ea-4eef-9851-9bdbe8619e58" providerId="ADAL" clId="{7DD55AB7-91F8-42F3-9D91-41E2495FEE9B}" dt="2025-10-02T09:16:04.655" v="1" actId="47"/>
        <pc:sldMkLst>
          <pc:docMk/>
          <pc:sldMk cId="3698607653" sldId="403"/>
        </pc:sldMkLst>
      </pc:sldChg>
      <pc:sldChg chg="del">
        <pc:chgData name="Adam Brown (Astrea Central)" userId="e4577f1c-a0ea-4eef-9851-9bdbe8619e58" providerId="ADAL" clId="{7DD55AB7-91F8-42F3-9D91-41E2495FEE9B}" dt="2025-10-02T09:16:04.655" v="1" actId="47"/>
        <pc:sldMkLst>
          <pc:docMk/>
          <pc:sldMk cId="871156449" sldId="408"/>
        </pc:sldMkLst>
      </pc:sldChg>
      <pc:sldChg chg="del">
        <pc:chgData name="Adam Brown (Astrea Central)" userId="e4577f1c-a0ea-4eef-9851-9bdbe8619e58" providerId="ADAL" clId="{7DD55AB7-91F8-42F3-9D91-41E2495FEE9B}" dt="2025-10-02T09:16:04.655" v="1" actId="47"/>
        <pc:sldMkLst>
          <pc:docMk/>
          <pc:sldMk cId="2103105370" sldId="410"/>
        </pc:sldMkLst>
      </pc:sldChg>
      <pc:sldChg chg="del">
        <pc:chgData name="Adam Brown (Astrea Central)" userId="e4577f1c-a0ea-4eef-9851-9bdbe8619e58" providerId="ADAL" clId="{7DD55AB7-91F8-42F3-9D91-41E2495FEE9B}" dt="2025-10-02T09:15:48.820" v="0" actId="47"/>
        <pc:sldMkLst>
          <pc:docMk/>
          <pc:sldMk cId="1606562861" sldId="414"/>
        </pc:sldMkLst>
      </pc:sldChg>
      <pc:sldChg chg="del">
        <pc:chgData name="Adam Brown (Astrea Central)" userId="e4577f1c-a0ea-4eef-9851-9bdbe8619e58" providerId="ADAL" clId="{7DD55AB7-91F8-42F3-9D91-41E2495FEE9B}" dt="2025-10-02T09:16:04.655" v="1" actId="47"/>
        <pc:sldMkLst>
          <pc:docMk/>
          <pc:sldMk cId="644135722" sldId="423"/>
        </pc:sldMkLst>
      </pc:sldChg>
      <pc:sldChg chg="del">
        <pc:chgData name="Adam Brown (Astrea Central)" userId="e4577f1c-a0ea-4eef-9851-9bdbe8619e58" providerId="ADAL" clId="{7DD55AB7-91F8-42F3-9D91-41E2495FEE9B}" dt="2025-10-02T09:15:48.820" v="0" actId="47"/>
        <pc:sldMkLst>
          <pc:docMk/>
          <pc:sldMk cId="2592791740" sldId="589"/>
        </pc:sldMkLst>
      </pc:sldChg>
      <pc:sldChg chg="del">
        <pc:chgData name="Adam Brown (Astrea Central)" userId="e4577f1c-a0ea-4eef-9851-9bdbe8619e58" providerId="ADAL" clId="{7DD55AB7-91F8-42F3-9D91-41E2495FEE9B}" dt="2025-10-02T09:16:04.655" v="1" actId="47"/>
        <pc:sldMkLst>
          <pc:docMk/>
          <pc:sldMk cId="1617582283" sldId="604"/>
        </pc:sldMkLst>
      </pc:sldChg>
      <pc:sldChg chg="del">
        <pc:chgData name="Adam Brown (Astrea Central)" userId="e4577f1c-a0ea-4eef-9851-9bdbe8619e58" providerId="ADAL" clId="{7DD55AB7-91F8-42F3-9D91-41E2495FEE9B}" dt="2025-10-02T09:16:04.655" v="1" actId="47"/>
        <pc:sldMkLst>
          <pc:docMk/>
          <pc:sldMk cId="1257912426" sldId="605"/>
        </pc:sldMkLst>
      </pc:sldChg>
      <pc:sldChg chg="del">
        <pc:chgData name="Adam Brown (Astrea Central)" userId="e4577f1c-a0ea-4eef-9851-9bdbe8619e58" providerId="ADAL" clId="{7DD55AB7-91F8-42F3-9D91-41E2495FEE9B}" dt="2025-10-02T09:16:04.655" v="1" actId="47"/>
        <pc:sldMkLst>
          <pc:docMk/>
          <pc:sldMk cId="3303306997" sldId="609"/>
        </pc:sldMkLst>
      </pc:sldChg>
      <pc:sldChg chg="del">
        <pc:chgData name="Adam Brown (Astrea Central)" userId="e4577f1c-a0ea-4eef-9851-9bdbe8619e58" providerId="ADAL" clId="{7DD55AB7-91F8-42F3-9D91-41E2495FEE9B}" dt="2025-10-02T09:16:04.655" v="1" actId="47"/>
        <pc:sldMkLst>
          <pc:docMk/>
          <pc:sldMk cId="3253914428" sldId="610"/>
        </pc:sldMkLst>
      </pc:sldChg>
      <pc:sldChg chg="del">
        <pc:chgData name="Adam Brown (Astrea Central)" userId="e4577f1c-a0ea-4eef-9851-9bdbe8619e58" providerId="ADAL" clId="{7DD55AB7-91F8-42F3-9D91-41E2495FEE9B}" dt="2025-10-02T09:15:48.820" v="0" actId="47"/>
        <pc:sldMkLst>
          <pc:docMk/>
          <pc:sldMk cId="2603023560" sldId="635"/>
        </pc:sldMkLst>
      </pc:sldChg>
      <pc:sldChg chg="del">
        <pc:chgData name="Adam Brown (Astrea Central)" userId="e4577f1c-a0ea-4eef-9851-9bdbe8619e58" providerId="ADAL" clId="{7DD55AB7-91F8-42F3-9D91-41E2495FEE9B}" dt="2025-10-02T09:16:04.655" v="1" actId="47"/>
        <pc:sldMkLst>
          <pc:docMk/>
          <pc:sldMk cId="387071802" sldId="638"/>
        </pc:sldMkLst>
      </pc:sldChg>
      <pc:sldChg chg="del">
        <pc:chgData name="Adam Brown (Astrea Central)" userId="e4577f1c-a0ea-4eef-9851-9bdbe8619e58" providerId="ADAL" clId="{7DD55AB7-91F8-42F3-9D91-41E2495FEE9B}" dt="2025-10-02T09:16:04.655" v="1" actId="47"/>
        <pc:sldMkLst>
          <pc:docMk/>
          <pc:sldMk cId="1289636600" sldId="639"/>
        </pc:sldMkLst>
      </pc:sldChg>
      <pc:sldChg chg="del">
        <pc:chgData name="Adam Brown (Astrea Central)" userId="e4577f1c-a0ea-4eef-9851-9bdbe8619e58" providerId="ADAL" clId="{7DD55AB7-91F8-42F3-9D91-41E2495FEE9B}" dt="2025-10-02T09:15:48.820" v="0" actId="47"/>
        <pc:sldMkLst>
          <pc:docMk/>
          <pc:sldMk cId="786138704" sldId="688"/>
        </pc:sldMkLst>
      </pc:sldChg>
      <pc:sldChg chg="del">
        <pc:chgData name="Adam Brown (Astrea Central)" userId="e4577f1c-a0ea-4eef-9851-9bdbe8619e58" providerId="ADAL" clId="{7DD55AB7-91F8-42F3-9D91-41E2495FEE9B}" dt="2025-10-02T09:15:48.820" v="0" actId="47"/>
        <pc:sldMkLst>
          <pc:docMk/>
          <pc:sldMk cId="3063541273" sldId="690"/>
        </pc:sldMkLst>
      </pc:sldChg>
      <pc:sldChg chg="del">
        <pc:chgData name="Adam Brown (Astrea Central)" userId="e4577f1c-a0ea-4eef-9851-9bdbe8619e58" providerId="ADAL" clId="{7DD55AB7-91F8-42F3-9D91-41E2495FEE9B}" dt="2025-10-02T09:15:48.820" v="0" actId="47"/>
        <pc:sldMkLst>
          <pc:docMk/>
          <pc:sldMk cId="471605190" sldId="731"/>
        </pc:sldMkLst>
      </pc:sldChg>
      <pc:sldChg chg="del">
        <pc:chgData name="Adam Brown (Astrea Central)" userId="e4577f1c-a0ea-4eef-9851-9bdbe8619e58" providerId="ADAL" clId="{7DD55AB7-91F8-42F3-9D91-41E2495FEE9B}" dt="2025-10-02T09:15:48.820" v="0" actId="47"/>
        <pc:sldMkLst>
          <pc:docMk/>
          <pc:sldMk cId="37642667" sldId="732"/>
        </pc:sldMkLst>
      </pc:sldChg>
      <pc:sldChg chg="del">
        <pc:chgData name="Adam Brown (Astrea Central)" userId="e4577f1c-a0ea-4eef-9851-9bdbe8619e58" providerId="ADAL" clId="{7DD55AB7-91F8-42F3-9D91-41E2495FEE9B}" dt="2025-10-02T09:15:48.820" v="0" actId="47"/>
        <pc:sldMkLst>
          <pc:docMk/>
          <pc:sldMk cId="2836024213" sldId="734"/>
        </pc:sldMkLst>
      </pc:sldChg>
      <pc:sldChg chg="del">
        <pc:chgData name="Adam Brown (Astrea Central)" userId="e4577f1c-a0ea-4eef-9851-9bdbe8619e58" providerId="ADAL" clId="{7DD55AB7-91F8-42F3-9D91-41E2495FEE9B}" dt="2025-10-02T09:16:04.655" v="1" actId="47"/>
        <pc:sldMkLst>
          <pc:docMk/>
          <pc:sldMk cId="2207505457" sldId="760"/>
        </pc:sldMkLst>
      </pc:sldChg>
      <pc:sldChg chg="del">
        <pc:chgData name="Adam Brown (Astrea Central)" userId="e4577f1c-a0ea-4eef-9851-9bdbe8619e58" providerId="ADAL" clId="{7DD55AB7-91F8-42F3-9D91-41E2495FEE9B}" dt="2025-10-02T09:16:04.655" v="1" actId="47"/>
        <pc:sldMkLst>
          <pc:docMk/>
          <pc:sldMk cId="2793727284" sldId="761"/>
        </pc:sldMkLst>
      </pc:sldChg>
      <pc:sldChg chg="del">
        <pc:chgData name="Adam Brown (Astrea Central)" userId="e4577f1c-a0ea-4eef-9851-9bdbe8619e58" providerId="ADAL" clId="{7DD55AB7-91F8-42F3-9D91-41E2495FEE9B}" dt="2025-10-02T09:16:04.655" v="1" actId="47"/>
        <pc:sldMkLst>
          <pc:docMk/>
          <pc:sldMk cId="794686062" sldId="762"/>
        </pc:sldMkLst>
      </pc:sldChg>
      <pc:sldChg chg="del">
        <pc:chgData name="Adam Brown (Astrea Central)" userId="e4577f1c-a0ea-4eef-9851-9bdbe8619e58" providerId="ADAL" clId="{7DD55AB7-91F8-42F3-9D91-41E2495FEE9B}" dt="2025-10-02T09:16:04.655" v="1" actId="47"/>
        <pc:sldMkLst>
          <pc:docMk/>
          <pc:sldMk cId="1221249120" sldId="763"/>
        </pc:sldMkLst>
      </pc:sldChg>
      <pc:sldChg chg="del">
        <pc:chgData name="Adam Brown (Astrea Central)" userId="e4577f1c-a0ea-4eef-9851-9bdbe8619e58" providerId="ADAL" clId="{7DD55AB7-91F8-42F3-9D91-41E2495FEE9B}" dt="2025-10-02T09:16:04.655" v="1" actId="47"/>
        <pc:sldMkLst>
          <pc:docMk/>
          <pc:sldMk cId="3443557328" sldId="765"/>
        </pc:sldMkLst>
      </pc:sldChg>
      <pc:sldChg chg="del">
        <pc:chgData name="Adam Brown (Astrea Central)" userId="e4577f1c-a0ea-4eef-9851-9bdbe8619e58" providerId="ADAL" clId="{7DD55AB7-91F8-42F3-9D91-41E2495FEE9B}" dt="2025-10-02T09:16:04.655" v="1" actId="47"/>
        <pc:sldMkLst>
          <pc:docMk/>
          <pc:sldMk cId="3306284463" sldId="771"/>
        </pc:sldMkLst>
      </pc:sldChg>
      <pc:sldChg chg="del">
        <pc:chgData name="Adam Brown (Astrea Central)" userId="e4577f1c-a0ea-4eef-9851-9bdbe8619e58" providerId="ADAL" clId="{7DD55AB7-91F8-42F3-9D91-41E2495FEE9B}" dt="2025-10-02T09:15:48.820" v="0" actId="47"/>
        <pc:sldMkLst>
          <pc:docMk/>
          <pc:sldMk cId="396736249" sldId="774"/>
        </pc:sldMkLst>
      </pc:sldChg>
      <pc:sldChg chg="del">
        <pc:chgData name="Adam Brown (Astrea Central)" userId="e4577f1c-a0ea-4eef-9851-9bdbe8619e58" providerId="ADAL" clId="{7DD55AB7-91F8-42F3-9D91-41E2495FEE9B}" dt="2025-10-02T09:16:04.655" v="1" actId="47"/>
        <pc:sldMkLst>
          <pc:docMk/>
          <pc:sldMk cId="808451644" sldId="779"/>
        </pc:sldMkLst>
      </pc:sldChg>
      <pc:sldChg chg="del">
        <pc:chgData name="Adam Brown (Astrea Central)" userId="e4577f1c-a0ea-4eef-9851-9bdbe8619e58" providerId="ADAL" clId="{7DD55AB7-91F8-42F3-9D91-41E2495FEE9B}" dt="2025-10-02T09:16:04.655" v="1" actId="47"/>
        <pc:sldMkLst>
          <pc:docMk/>
          <pc:sldMk cId="645148543" sldId="781"/>
        </pc:sldMkLst>
      </pc:sldChg>
      <pc:sldChg chg="del">
        <pc:chgData name="Adam Brown (Astrea Central)" userId="e4577f1c-a0ea-4eef-9851-9bdbe8619e58" providerId="ADAL" clId="{7DD55AB7-91F8-42F3-9D91-41E2495FEE9B}" dt="2025-10-02T09:16:04.655" v="1" actId="47"/>
        <pc:sldMkLst>
          <pc:docMk/>
          <pc:sldMk cId="767224884" sldId="782"/>
        </pc:sldMkLst>
      </pc:sldChg>
      <pc:sldChg chg="del">
        <pc:chgData name="Adam Brown (Astrea Central)" userId="e4577f1c-a0ea-4eef-9851-9bdbe8619e58" providerId="ADAL" clId="{7DD55AB7-91F8-42F3-9D91-41E2495FEE9B}" dt="2025-10-02T09:16:04.655" v="1" actId="47"/>
        <pc:sldMkLst>
          <pc:docMk/>
          <pc:sldMk cId="1441230580" sldId="783"/>
        </pc:sldMkLst>
      </pc:sldChg>
      <pc:sldChg chg="del">
        <pc:chgData name="Adam Brown (Astrea Central)" userId="e4577f1c-a0ea-4eef-9851-9bdbe8619e58" providerId="ADAL" clId="{7DD55AB7-91F8-42F3-9D91-41E2495FEE9B}" dt="2025-10-02T09:16:04.655" v="1" actId="47"/>
        <pc:sldMkLst>
          <pc:docMk/>
          <pc:sldMk cId="2171972462" sldId="784"/>
        </pc:sldMkLst>
      </pc:sldChg>
      <pc:sldChg chg="del">
        <pc:chgData name="Adam Brown (Astrea Central)" userId="e4577f1c-a0ea-4eef-9851-9bdbe8619e58" providerId="ADAL" clId="{7DD55AB7-91F8-42F3-9D91-41E2495FEE9B}" dt="2025-10-02T09:16:04.655" v="1" actId="47"/>
        <pc:sldMkLst>
          <pc:docMk/>
          <pc:sldMk cId="749046522" sldId="785"/>
        </pc:sldMkLst>
      </pc:sldChg>
      <pc:sldChg chg="del">
        <pc:chgData name="Adam Brown (Astrea Central)" userId="e4577f1c-a0ea-4eef-9851-9bdbe8619e58" providerId="ADAL" clId="{7DD55AB7-91F8-42F3-9D91-41E2495FEE9B}" dt="2025-10-02T09:16:04.655" v="1" actId="47"/>
        <pc:sldMkLst>
          <pc:docMk/>
          <pc:sldMk cId="3670830453" sldId="786"/>
        </pc:sldMkLst>
      </pc:sldChg>
      <pc:sldChg chg="del">
        <pc:chgData name="Adam Brown (Astrea Central)" userId="e4577f1c-a0ea-4eef-9851-9bdbe8619e58" providerId="ADAL" clId="{7DD55AB7-91F8-42F3-9D91-41E2495FEE9B}" dt="2025-10-02T09:16:04.655" v="1" actId="47"/>
        <pc:sldMkLst>
          <pc:docMk/>
          <pc:sldMk cId="4152920570" sldId="787"/>
        </pc:sldMkLst>
      </pc:sldChg>
      <pc:sldChg chg="del">
        <pc:chgData name="Adam Brown (Astrea Central)" userId="e4577f1c-a0ea-4eef-9851-9bdbe8619e58" providerId="ADAL" clId="{7DD55AB7-91F8-42F3-9D91-41E2495FEE9B}" dt="2025-10-02T09:16:04.655" v="1" actId="47"/>
        <pc:sldMkLst>
          <pc:docMk/>
          <pc:sldMk cId="15408998" sldId="788"/>
        </pc:sldMkLst>
      </pc:sldChg>
      <pc:sldChg chg="del">
        <pc:chgData name="Adam Brown (Astrea Central)" userId="e4577f1c-a0ea-4eef-9851-9bdbe8619e58" providerId="ADAL" clId="{7DD55AB7-91F8-42F3-9D91-41E2495FEE9B}" dt="2025-10-02T09:16:04.655" v="1" actId="47"/>
        <pc:sldMkLst>
          <pc:docMk/>
          <pc:sldMk cId="3547202211" sldId="789"/>
        </pc:sldMkLst>
      </pc:sldChg>
      <pc:sldChg chg="del">
        <pc:chgData name="Adam Brown (Astrea Central)" userId="e4577f1c-a0ea-4eef-9851-9bdbe8619e58" providerId="ADAL" clId="{7DD55AB7-91F8-42F3-9D91-41E2495FEE9B}" dt="2025-10-02T09:16:04.655" v="1" actId="47"/>
        <pc:sldMkLst>
          <pc:docMk/>
          <pc:sldMk cId="1155165873" sldId="790"/>
        </pc:sldMkLst>
      </pc:sldChg>
      <pc:sldChg chg="del">
        <pc:chgData name="Adam Brown (Astrea Central)" userId="e4577f1c-a0ea-4eef-9851-9bdbe8619e58" providerId="ADAL" clId="{7DD55AB7-91F8-42F3-9D91-41E2495FEE9B}" dt="2025-10-02T09:15:48.820" v="0" actId="47"/>
        <pc:sldMkLst>
          <pc:docMk/>
          <pc:sldMk cId="838115027" sldId="1238"/>
        </pc:sldMkLst>
      </pc:sldChg>
      <pc:sldChg chg="del">
        <pc:chgData name="Adam Brown (Astrea Central)" userId="e4577f1c-a0ea-4eef-9851-9bdbe8619e58" providerId="ADAL" clId="{7DD55AB7-91F8-42F3-9D91-41E2495FEE9B}" dt="2025-10-02T09:15:48.820" v="0" actId="47"/>
        <pc:sldMkLst>
          <pc:docMk/>
          <pc:sldMk cId="1833279146" sldId="1239"/>
        </pc:sldMkLst>
      </pc:sldChg>
      <pc:sldChg chg="del">
        <pc:chgData name="Adam Brown (Astrea Central)" userId="e4577f1c-a0ea-4eef-9851-9bdbe8619e58" providerId="ADAL" clId="{7DD55AB7-91F8-42F3-9D91-41E2495FEE9B}" dt="2025-10-02T09:15:48.820" v="0" actId="47"/>
        <pc:sldMkLst>
          <pc:docMk/>
          <pc:sldMk cId="993769474" sldId="1240"/>
        </pc:sldMkLst>
      </pc:sldChg>
      <pc:sldChg chg="del">
        <pc:chgData name="Adam Brown (Astrea Central)" userId="e4577f1c-a0ea-4eef-9851-9bdbe8619e58" providerId="ADAL" clId="{7DD55AB7-91F8-42F3-9D91-41E2495FEE9B}" dt="2025-10-02T09:15:48.820" v="0" actId="47"/>
        <pc:sldMkLst>
          <pc:docMk/>
          <pc:sldMk cId="3931081816" sldId="1241"/>
        </pc:sldMkLst>
      </pc:sldChg>
      <pc:sldChg chg="del">
        <pc:chgData name="Adam Brown (Astrea Central)" userId="e4577f1c-a0ea-4eef-9851-9bdbe8619e58" providerId="ADAL" clId="{7DD55AB7-91F8-42F3-9D91-41E2495FEE9B}" dt="2025-10-02T09:16:04.655" v="1" actId="47"/>
        <pc:sldMkLst>
          <pc:docMk/>
          <pc:sldMk cId="2217879506" sldId="1242"/>
        </pc:sldMkLst>
      </pc:sldChg>
      <pc:sldChg chg="del">
        <pc:chgData name="Adam Brown (Astrea Central)" userId="e4577f1c-a0ea-4eef-9851-9bdbe8619e58" providerId="ADAL" clId="{7DD55AB7-91F8-42F3-9D91-41E2495FEE9B}" dt="2025-10-02T09:16:04.655" v="1" actId="47"/>
        <pc:sldMkLst>
          <pc:docMk/>
          <pc:sldMk cId="3953004801" sldId="1243"/>
        </pc:sldMkLst>
      </pc:sldChg>
      <pc:sldChg chg="del">
        <pc:chgData name="Adam Brown (Astrea Central)" userId="e4577f1c-a0ea-4eef-9851-9bdbe8619e58" providerId="ADAL" clId="{7DD55AB7-91F8-42F3-9D91-41E2495FEE9B}" dt="2025-10-02T09:16:04.655" v="1" actId="47"/>
        <pc:sldMkLst>
          <pc:docMk/>
          <pc:sldMk cId="718419551" sldId="1244"/>
        </pc:sldMkLst>
      </pc:sldChg>
      <pc:sldChg chg="del">
        <pc:chgData name="Adam Brown (Astrea Central)" userId="e4577f1c-a0ea-4eef-9851-9bdbe8619e58" providerId="ADAL" clId="{7DD55AB7-91F8-42F3-9D91-41E2495FEE9B}" dt="2025-10-02T09:16:04.655" v="1" actId="47"/>
        <pc:sldMkLst>
          <pc:docMk/>
          <pc:sldMk cId="868366235" sldId="1245"/>
        </pc:sldMkLst>
      </pc:sldChg>
      <pc:sldChg chg="del">
        <pc:chgData name="Adam Brown (Astrea Central)" userId="e4577f1c-a0ea-4eef-9851-9bdbe8619e58" providerId="ADAL" clId="{7DD55AB7-91F8-42F3-9D91-41E2495FEE9B}" dt="2025-10-02T09:15:48.820" v="0" actId="47"/>
        <pc:sldMkLst>
          <pc:docMk/>
          <pc:sldMk cId="2730425560" sldId="1246"/>
        </pc:sldMkLst>
      </pc:sldChg>
      <pc:sldChg chg="del">
        <pc:chgData name="Adam Brown (Astrea Central)" userId="e4577f1c-a0ea-4eef-9851-9bdbe8619e58" providerId="ADAL" clId="{7DD55AB7-91F8-42F3-9D91-41E2495FEE9B}" dt="2025-10-02T09:15:48.820" v="0" actId="47"/>
        <pc:sldMkLst>
          <pc:docMk/>
          <pc:sldMk cId="1575759774" sldId="1247"/>
        </pc:sldMkLst>
      </pc:sldChg>
      <pc:sldChg chg="del">
        <pc:chgData name="Adam Brown (Astrea Central)" userId="e4577f1c-a0ea-4eef-9851-9bdbe8619e58" providerId="ADAL" clId="{7DD55AB7-91F8-42F3-9D91-41E2495FEE9B}" dt="2025-10-02T09:15:48.820" v="0" actId="47"/>
        <pc:sldMkLst>
          <pc:docMk/>
          <pc:sldMk cId="2482332410" sldId="1248"/>
        </pc:sldMkLst>
      </pc:sldChg>
      <pc:sldChg chg="del">
        <pc:chgData name="Adam Brown (Astrea Central)" userId="e4577f1c-a0ea-4eef-9851-9bdbe8619e58" providerId="ADAL" clId="{7DD55AB7-91F8-42F3-9D91-41E2495FEE9B}" dt="2025-10-02T09:15:48.820" v="0" actId="47"/>
        <pc:sldMkLst>
          <pc:docMk/>
          <pc:sldMk cId="2544976946" sldId="1249"/>
        </pc:sldMkLst>
      </pc:sldChg>
      <pc:sldChg chg="del">
        <pc:chgData name="Adam Brown (Astrea Central)" userId="e4577f1c-a0ea-4eef-9851-9bdbe8619e58" providerId="ADAL" clId="{7DD55AB7-91F8-42F3-9D91-41E2495FEE9B}" dt="2025-10-02T09:15:48.820" v="0" actId="47"/>
        <pc:sldMkLst>
          <pc:docMk/>
          <pc:sldMk cId="3137427550" sldId="1250"/>
        </pc:sldMkLst>
      </pc:sldChg>
    </pc:docChg>
  </pc:docChgLst>
  <pc:docChgLst>
    <pc:chgData name="Adam Brown (Astrea Central)" userId="e4577f1c-a0ea-4eef-9851-9bdbe8619e58" providerId="ADAL" clId="{1C8439A8-903A-4D86-AA3D-7CAC932555EB}"/>
    <pc:docChg chg="undo custSel addSld delSld modSld">
      <pc:chgData name="Adam Brown (Astrea Central)" userId="e4577f1c-a0ea-4eef-9851-9bdbe8619e58" providerId="ADAL" clId="{1C8439A8-903A-4D86-AA3D-7CAC932555EB}" dt="2025-09-11T10:46:13.947" v="1327" actId="478"/>
      <pc:docMkLst>
        <pc:docMk/>
      </pc:docMkLst>
      <pc:sldChg chg="delSp add del mod">
        <pc:chgData name="Adam Brown (Astrea Central)" userId="e4577f1c-a0ea-4eef-9851-9bdbe8619e58" providerId="ADAL" clId="{1C8439A8-903A-4D86-AA3D-7CAC932555EB}" dt="2025-09-11T10:44:28.264" v="1285" actId="478"/>
        <pc:sldMkLst>
          <pc:docMk/>
          <pc:sldMk cId="962425829" sldId="263"/>
        </pc:sldMkLst>
      </pc:sldChg>
      <pc:sldChg chg="delSp mod">
        <pc:chgData name="Adam Brown (Astrea Central)" userId="e4577f1c-a0ea-4eef-9851-9bdbe8619e58" providerId="ADAL" clId="{1C8439A8-903A-4D86-AA3D-7CAC932555EB}" dt="2025-09-11T10:44:41.699" v="1289" actId="478"/>
        <pc:sldMkLst>
          <pc:docMk/>
          <pc:sldMk cId="1800071420" sldId="264"/>
        </pc:sldMkLst>
      </pc:sldChg>
      <pc:sldChg chg="delSp mod">
        <pc:chgData name="Adam Brown (Astrea Central)" userId="e4577f1c-a0ea-4eef-9851-9bdbe8619e58" providerId="ADAL" clId="{1C8439A8-903A-4D86-AA3D-7CAC932555EB}" dt="2025-09-11T10:45:49.612" v="1315" actId="478"/>
        <pc:sldMkLst>
          <pc:docMk/>
          <pc:sldMk cId="1896114032" sldId="268"/>
        </pc:sldMkLst>
      </pc:sldChg>
      <pc:sldChg chg="delSp mod">
        <pc:chgData name="Adam Brown (Astrea Central)" userId="e4577f1c-a0ea-4eef-9851-9bdbe8619e58" providerId="ADAL" clId="{1C8439A8-903A-4D86-AA3D-7CAC932555EB}" dt="2025-09-11T10:24:21.293" v="293" actId="478"/>
        <pc:sldMkLst>
          <pc:docMk/>
          <pc:sldMk cId="262385358" sldId="271"/>
        </pc:sldMkLst>
      </pc:sldChg>
      <pc:sldChg chg="addSp delSp modSp mod">
        <pc:chgData name="Adam Brown (Astrea Central)" userId="e4577f1c-a0ea-4eef-9851-9bdbe8619e58" providerId="ADAL" clId="{1C8439A8-903A-4D86-AA3D-7CAC932555EB}" dt="2025-09-11T10:23:01.019" v="259" actId="478"/>
        <pc:sldMkLst>
          <pc:docMk/>
          <pc:sldMk cId="2345233513" sldId="298"/>
        </pc:sldMkLst>
        <pc:spChg chg="add del">
          <ac:chgData name="Adam Brown (Astrea Central)" userId="e4577f1c-a0ea-4eef-9851-9bdbe8619e58" providerId="ADAL" clId="{1C8439A8-903A-4D86-AA3D-7CAC932555EB}" dt="2025-09-11T10:22:25.010" v="239" actId="478"/>
          <ac:spMkLst>
            <pc:docMk/>
            <pc:sldMk cId="2345233513" sldId="298"/>
            <ac:spMk id="78"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79"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0"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1"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2"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4" creationId="{CEEF23AD-EA17-135A-DB95-1D1FECB286F3}"/>
          </ac:spMkLst>
        </pc:spChg>
        <pc:spChg chg="add del">
          <ac:chgData name="Adam Brown (Astrea Central)" userId="e4577f1c-a0ea-4eef-9851-9bdbe8619e58" providerId="ADAL" clId="{1C8439A8-903A-4D86-AA3D-7CAC932555EB}" dt="2025-09-11T10:22:46.665" v="251" actId="478"/>
          <ac:spMkLst>
            <pc:docMk/>
            <pc:sldMk cId="2345233513" sldId="298"/>
            <ac:spMk id="94" creationId="{CEEF23AD-EA17-135A-DB95-1D1FECB286F3}"/>
          </ac:spMkLst>
        </pc:spChg>
      </pc:sldChg>
      <pc:sldChg chg="delSp mod">
        <pc:chgData name="Adam Brown (Astrea Central)" userId="e4577f1c-a0ea-4eef-9851-9bdbe8619e58" providerId="ADAL" clId="{1C8439A8-903A-4D86-AA3D-7CAC932555EB}" dt="2025-09-11T10:23:35.974" v="275" actId="478"/>
        <pc:sldMkLst>
          <pc:docMk/>
          <pc:sldMk cId="2798923889" sldId="301"/>
        </pc:sldMkLst>
      </pc:sldChg>
      <pc:sldChg chg="addSp delSp mod">
        <pc:chgData name="Adam Brown (Astrea Central)" userId="e4577f1c-a0ea-4eef-9851-9bdbe8619e58" providerId="ADAL" clId="{1C8439A8-903A-4D86-AA3D-7CAC932555EB}" dt="2025-09-11T10:24:01.907" v="284" actId="478"/>
        <pc:sldMkLst>
          <pc:docMk/>
          <pc:sldMk cId="3848312339" sldId="304"/>
        </pc:sldMkLst>
        <pc:graphicFrameChg chg="add del">
          <ac:chgData name="Adam Brown (Astrea Central)" userId="e4577f1c-a0ea-4eef-9851-9bdbe8619e58" providerId="ADAL" clId="{1C8439A8-903A-4D86-AA3D-7CAC932555EB}" dt="2025-09-11T10:23:52.736" v="278" actId="478"/>
          <ac:graphicFrameMkLst>
            <pc:docMk/>
            <pc:sldMk cId="3848312339" sldId="304"/>
            <ac:graphicFrameMk id="72" creationId="{5D91BA67-5EB5-634F-E5E1-0E53D4993C19}"/>
          </ac:graphicFrameMkLst>
        </pc:graphicFrameChg>
        <pc:graphicFrameChg chg="add del">
          <ac:chgData name="Adam Brown (Astrea Central)" userId="e4577f1c-a0ea-4eef-9851-9bdbe8619e58" providerId="ADAL" clId="{1C8439A8-903A-4D86-AA3D-7CAC932555EB}" dt="2025-09-11T10:23:52.736" v="278" actId="478"/>
          <ac:graphicFrameMkLst>
            <pc:docMk/>
            <pc:sldMk cId="3848312339" sldId="304"/>
            <ac:graphicFrameMk id="74" creationId="{9E70A74D-B33B-BE41-EEC6-BCEB6A9D56E7}"/>
          </ac:graphicFrameMkLst>
        </pc:graphicFrameChg>
        <pc:graphicFrameChg chg="add del">
          <ac:chgData name="Adam Brown (Astrea Central)" userId="e4577f1c-a0ea-4eef-9851-9bdbe8619e58" providerId="ADAL" clId="{1C8439A8-903A-4D86-AA3D-7CAC932555EB}" dt="2025-09-11T10:23:52.736" v="278" actId="478"/>
          <ac:graphicFrameMkLst>
            <pc:docMk/>
            <pc:sldMk cId="3848312339" sldId="304"/>
            <ac:graphicFrameMk id="76" creationId="{994DC10E-7915-710F-3E7C-558ECAB542FC}"/>
          </ac:graphicFrameMkLst>
        </pc:graphicFrameChg>
      </pc:sldChg>
      <pc:sldChg chg="addSp delSp mod">
        <pc:chgData name="Adam Brown (Astrea Central)" userId="e4577f1c-a0ea-4eef-9851-9bdbe8619e58" providerId="ADAL" clId="{1C8439A8-903A-4D86-AA3D-7CAC932555EB}" dt="2025-09-11T10:25:35.133" v="337" actId="478"/>
        <pc:sldMkLst>
          <pc:docMk/>
          <pc:sldMk cId="2748859554" sldId="308"/>
        </pc:sldMkLst>
        <pc:spChg chg="add del">
          <ac:chgData name="Adam Brown (Astrea Central)" userId="e4577f1c-a0ea-4eef-9851-9bdbe8619e58" providerId="ADAL" clId="{1C8439A8-903A-4D86-AA3D-7CAC932555EB}" dt="2025-09-11T10:24:53.459" v="314" actId="478"/>
          <ac:spMkLst>
            <pc:docMk/>
            <pc:sldMk cId="2748859554" sldId="308"/>
            <ac:spMk id="62" creationId="{CEEF23AD-EA17-135A-DB95-1D1FECB286F3}"/>
          </ac:spMkLst>
        </pc:spChg>
      </pc:sldChg>
      <pc:sldChg chg="delSp mod">
        <pc:chgData name="Adam Brown (Astrea Central)" userId="e4577f1c-a0ea-4eef-9851-9bdbe8619e58" providerId="ADAL" clId="{1C8439A8-903A-4D86-AA3D-7CAC932555EB}" dt="2025-09-11T10:28:54.491" v="446" actId="478"/>
        <pc:sldMkLst>
          <pc:docMk/>
          <pc:sldMk cId="425293585" sldId="311"/>
        </pc:sldMkLst>
      </pc:sldChg>
      <pc:sldChg chg="addSp delSp mod">
        <pc:chgData name="Adam Brown (Astrea Central)" userId="e4577f1c-a0ea-4eef-9851-9bdbe8619e58" providerId="ADAL" clId="{1C8439A8-903A-4D86-AA3D-7CAC932555EB}" dt="2025-09-11T10:31:32.536" v="556" actId="478"/>
        <pc:sldMkLst>
          <pc:docMk/>
          <pc:sldMk cId="886251300" sldId="318"/>
        </pc:sldMkLst>
        <pc:spChg chg="add del">
          <ac:chgData name="Adam Brown (Astrea Central)" userId="e4577f1c-a0ea-4eef-9851-9bdbe8619e58" providerId="ADAL" clId="{1C8439A8-903A-4D86-AA3D-7CAC932555EB}" dt="2025-09-11T10:31:23.478" v="548" actId="478"/>
          <ac:spMkLst>
            <pc:docMk/>
            <pc:sldMk cId="886251300" sldId="318"/>
            <ac:spMk id="34" creationId="{CAEE3FB4-76FF-D9FB-52D0-3E79E46B4255}"/>
          </ac:spMkLst>
        </pc:spChg>
      </pc:sldChg>
      <pc:sldChg chg="delSp mod">
        <pc:chgData name="Adam Brown (Astrea Central)" userId="e4577f1c-a0ea-4eef-9851-9bdbe8619e58" providerId="ADAL" clId="{1C8439A8-903A-4D86-AA3D-7CAC932555EB}" dt="2025-09-11T10:31:42.580" v="564" actId="478"/>
        <pc:sldMkLst>
          <pc:docMk/>
          <pc:sldMk cId="1476577565" sldId="319"/>
        </pc:sldMkLst>
      </pc:sldChg>
      <pc:sldChg chg="delSp modSp mod">
        <pc:chgData name="Adam Brown (Astrea Central)" userId="e4577f1c-a0ea-4eef-9851-9bdbe8619e58" providerId="ADAL" clId="{1C8439A8-903A-4D86-AA3D-7CAC932555EB}" dt="2025-09-11T10:19:43.608" v="124" actId="478"/>
        <pc:sldMkLst>
          <pc:docMk/>
          <pc:sldMk cId="3441728355" sldId="386"/>
        </pc:sldMkLst>
      </pc:sldChg>
      <pc:sldChg chg="delSp modSp mod">
        <pc:chgData name="Adam Brown (Astrea Central)" userId="e4577f1c-a0ea-4eef-9851-9bdbe8619e58" providerId="ADAL" clId="{1C8439A8-903A-4D86-AA3D-7CAC932555EB}" dt="2025-09-11T10:20:55.915" v="155" actId="478"/>
        <pc:sldMkLst>
          <pc:docMk/>
          <pc:sldMk cId="2669769063" sldId="387"/>
        </pc:sldMkLst>
      </pc:sldChg>
      <pc:sldChg chg="addSp delSp mod">
        <pc:chgData name="Adam Brown (Astrea Central)" userId="e4577f1c-a0ea-4eef-9851-9bdbe8619e58" providerId="ADAL" clId="{1C8439A8-903A-4D86-AA3D-7CAC932555EB}" dt="2025-09-11T10:26:42.685" v="377" actId="478"/>
        <pc:sldMkLst>
          <pc:docMk/>
          <pc:sldMk cId="505183128" sldId="391"/>
        </pc:sldMkLst>
        <pc:spChg chg="add del">
          <ac:chgData name="Adam Brown (Astrea Central)" userId="e4577f1c-a0ea-4eef-9851-9bdbe8619e58" providerId="ADAL" clId="{1C8439A8-903A-4D86-AA3D-7CAC932555EB}" dt="2025-09-11T10:25:45.582" v="341" actId="478"/>
          <ac:spMkLst>
            <pc:docMk/>
            <pc:sldMk cId="505183128" sldId="391"/>
            <ac:spMk id="9" creationId="{CEEF23AD-EA17-135A-DB95-1D1FECB286F3}"/>
          </ac:spMkLst>
        </pc:spChg>
        <pc:spChg chg="add del">
          <ac:chgData name="Adam Brown (Astrea Central)" userId="e4577f1c-a0ea-4eef-9851-9bdbe8619e58" providerId="ADAL" clId="{1C8439A8-903A-4D86-AA3D-7CAC932555EB}" dt="2025-09-11T10:26:04.544" v="351" actId="478"/>
          <ac:spMkLst>
            <pc:docMk/>
            <pc:sldMk cId="505183128" sldId="391"/>
            <ac:spMk id="24" creationId="{CEEF23AD-EA17-135A-DB95-1D1FECB286F3}"/>
          </ac:spMkLst>
        </pc:spChg>
      </pc:sldChg>
      <pc:sldChg chg="modSp mod">
        <pc:chgData name="Adam Brown (Astrea Central)" userId="e4577f1c-a0ea-4eef-9851-9bdbe8619e58" providerId="ADAL" clId="{1C8439A8-903A-4D86-AA3D-7CAC932555EB}" dt="2025-09-11T10:35:33.300" v="845" actId="20577"/>
        <pc:sldMkLst>
          <pc:docMk/>
          <pc:sldMk cId="2275730419" sldId="392"/>
        </pc:sldMkLst>
        <pc:graphicFrameChg chg="modGraphic">
          <ac:chgData name="Adam Brown (Astrea Central)" userId="e4577f1c-a0ea-4eef-9851-9bdbe8619e58" providerId="ADAL" clId="{1C8439A8-903A-4D86-AA3D-7CAC932555EB}" dt="2025-09-11T10:35:27.671" v="833" actId="20577"/>
          <ac:graphicFrameMkLst>
            <pc:docMk/>
            <pc:sldMk cId="2275730419" sldId="392"/>
            <ac:graphicFrameMk id="2" creationId="{27CA179B-8DE4-F118-F9B1-41432CFB0F1C}"/>
          </ac:graphicFrameMkLst>
        </pc:graphicFrameChg>
        <pc:graphicFrameChg chg="modGraphic">
          <ac:chgData name="Adam Brown (Astrea Central)" userId="e4577f1c-a0ea-4eef-9851-9bdbe8619e58" providerId="ADAL" clId="{1C8439A8-903A-4D86-AA3D-7CAC932555EB}" dt="2025-09-11T10:35:33.300" v="845" actId="20577"/>
          <ac:graphicFrameMkLst>
            <pc:docMk/>
            <pc:sldMk cId="2275730419" sldId="392"/>
            <ac:graphicFrameMk id="4" creationId="{30435876-848A-7D8D-3A26-B0C97BF26152}"/>
          </ac:graphicFrameMkLst>
        </pc:graphicFrameChg>
      </pc:sldChg>
      <pc:sldChg chg="modSp mod">
        <pc:chgData name="Adam Brown (Astrea Central)" userId="e4577f1c-a0ea-4eef-9851-9bdbe8619e58" providerId="ADAL" clId="{1C8439A8-903A-4D86-AA3D-7CAC932555EB}" dt="2025-09-11T10:34:55.949" v="778" actId="20577"/>
        <pc:sldMkLst>
          <pc:docMk/>
          <pc:sldMk cId="2871142808" sldId="393"/>
        </pc:sldMkLst>
        <pc:graphicFrameChg chg="modGraphic">
          <ac:chgData name="Adam Brown (Astrea Central)" userId="e4577f1c-a0ea-4eef-9851-9bdbe8619e58" providerId="ADAL" clId="{1C8439A8-903A-4D86-AA3D-7CAC932555EB}" dt="2025-09-11T10:34:55.949" v="778" actId="20577"/>
          <ac:graphicFrameMkLst>
            <pc:docMk/>
            <pc:sldMk cId="2871142808" sldId="393"/>
            <ac:graphicFrameMk id="4" creationId="{30435876-848A-7D8D-3A26-B0C97BF26152}"/>
          </ac:graphicFrameMkLst>
        </pc:graphicFrameChg>
      </pc:sldChg>
      <pc:sldChg chg="delSp modSp mod">
        <pc:chgData name="Adam Brown (Astrea Central)" userId="e4577f1c-a0ea-4eef-9851-9bdbe8619e58" providerId="ADAL" clId="{1C8439A8-903A-4D86-AA3D-7CAC932555EB}" dt="2025-09-11T10:35:56.619" v="865" actId="20577"/>
        <pc:sldMkLst>
          <pc:docMk/>
          <pc:sldMk cId="3987130587" sldId="394"/>
        </pc:sldMkLst>
        <pc:graphicFrameChg chg="modGraphic">
          <ac:chgData name="Adam Brown (Astrea Central)" userId="e4577f1c-a0ea-4eef-9851-9bdbe8619e58" providerId="ADAL" clId="{1C8439A8-903A-4D86-AA3D-7CAC932555EB}" dt="2025-09-11T10:35:56.619" v="865" actId="20577"/>
          <ac:graphicFrameMkLst>
            <pc:docMk/>
            <pc:sldMk cId="3987130587" sldId="394"/>
            <ac:graphicFrameMk id="4" creationId="{30435876-848A-7D8D-3A26-B0C97BF26152}"/>
          </ac:graphicFrameMkLst>
        </pc:graphicFrameChg>
      </pc:sldChg>
      <pc:sldChg chg="delSp modSp mod">
        <pc:chgData name="Adam Brown (Astrea Central)" userId="e4577f1c-a0ea-4eef-9851-9bdbe8619e58" providerId="ADAL" clId="{1C8439A8-903A-4D86-AA3D-7CAC932555EB}" dt="2025-09-11T10:36:07.260" v="870" actId="20577"/>
        <pc:sldMkLst>
          <pc:docMk/>
          <pc:sldMk cId="3618906114" sldId="395"/>
        </pc:sldMkLst>
        <pc:graphicFrameChg chg="modGraphic">
          <ac:chgData name="Adam Brown (Astrea Central)" userId="e4577f1c-a0ea-4eef-9851-9bdbe8619e58" providerId="ADAL" clId="{1C8439A8-903A-4D86-AA3D-7CAC932555EB}" dt="2025-09-11T10:36:07.260" v="870" actId="20577"/>
          <ac:graphicFrameMkLst>
            <pc:docMk/>
            <pc:sldMk cId="3618906114" sldId="395"/>
            <ac:graphicFrameMk id="4" creationId="{30435876-848A-7D8D-3A26-B0C97BF26152}"/>
          </ac:graphicFrameMkLst>
        </pc:graphicFrameChg>
      </pc:sldChg>
      <pc:sldChg chg="modSp mod">
        <pc:chgData name="Adam Brown (Astrea Central)" userId="e4577f1c-a0ea-4eef-9851-9bdbe8619e58" providerId="ADAL" clId="{1C8439A8-903A-4D86-AA3D-7CAC932555EB}" dt="2025-09-11T10:35:22.071" v="823" actId="20577"/>
        <pc:sldMkLst>
          <pc:docMk/>
          <pc:sldMk cId="689078840" sldId="396"/>
        </pc:sldMkLst>
        <pc:graphicFrameChg chg="modGraphic">
          <ac:chgData name="Adam Brown (Astrea Central)" userId="e4577f1c-a0ea-4eef-9851-9bdbe8619e58" providerId="ADAL" clId="{1C8439A8-903A-4D86-AA3D-7CAC932555EB}" dt="2025-09-11T10:35:22.071" v="823" actId="20577"/>
          <ac:graphicFrameMkLst>
            <pc:docMk/>
            <pc:sldMk cId="689078840" sldId="396"/>
            <ac:graphicFrameMk id="4" creationId="{30435876-848A-7D8D-3A26-B0C97BF26152}"/>
          </ac:graphicFrameMkLst>
        </pc:graphicFrameChg>
      </pc:sldChg>
      <pc:sldChg chg="modSp mod">
        <pc:chgData name="Adam Brown (Astrea Central)" userId="e4577f1c-a0ea-4eef-9851-9bdbe8619e58" providerId="ADAL" clId="{1C8439A8-903A-4D86-AA3D-7CAC932555EB}" dt="2025-09-11T10:35:05.336" v="796" actId="20577"/>
        <pc:sldMkLst>
          <pc:docMk/>
          <pc:sldMk cId="3125050129" sldId="397"/>
        </pc:sldMkLst>
        <pc:graphicFrameChg chg="modGraphic">
          <ac:chgData name="Adam Brown (Astrea Central)" userId="e4577f1c-a0ea-4eef-9851-9bdbe8619e58" providerId="ADAL" clId="{1C8439A8-903A-4D86-AA3D-7CAC932555EB}" dt="2025-09-11T10:35:00.035" v="784" actId="20577"/>
          <ac:graphicFrameMkLst>
            <pc:docMk/>
            <pc:sldMk cId="3125050129" sldId="397"/>
            <ac:graphicFrameMk id="2" creationId="{421859EE-1D5E-C914-7298-18DBB54F8984}"/>
          </ac:graphicFrameMkLst>
        </pc:graphicFrameChg>
        <pc:graphicFrameChg chg="modGraphic">
          <ac:chgData name="Adam Brown (Astrea Central)" userId="e4577f1c-a0ea-4eef-9851-9bdbe8619e58" providerId="ADAL" clId="{1C8439A8-903A-4D86-AA3D-7CAC932555EB}" dt="2025-09-11T10:35:05.336" v="796" actId="20577"/>
          <ac:graphicFrameMkLst>
            <pc:docMk/>
            <pc:sldMk cId="3125050129" sldId="397"/>
            <ac:graphicFrameMk id="19" creationId="{F94F5F6D-7804-8A2C-A65E-D3BBD7247C47}"/>
          </ac:graphicFrameMkLst>
        </pc:graphicFrameChg>
      </pc:sldChg>
      <pc:sldChg chg="modSp mod">
        <pc:chgData name="Adam Brown (Astrea Central)" userId="e4577f1c-a0ea-4eef-9851-9bdbe8619e58" providerId="ADAL" clId="{1C8439A8-903A-4D86-AA3D-7CAC932555EB}" dt="2025-09-11T10:33:51.310" v="675" actId="20577"/>
        <pc:sldMkLst>
          <pc:docMk/>
          <pc:sldMk cId="2163301936" sldId="398"/>
        </pc:sldMkLst>
        <pc:spChg chg="mod">
          <ac:chgData name="Adam Brown (Astrea Central)" userId="e4577f1c-a0ea-4eef-9851-9bdbe8619e58" providerId="ADAL" clId="{1C8439A8-903A-4D86-AA3D-7CAC932555EB}" dt="2025-09-11T10:33:38.884" v="656" actId="20577"/>
          <ac:spMkLst>
            <pc:docMk/>
            <pc:sldMk cId="2163301936" sldId="398"/>
            <ac:spMk id="28" creationId="{1085ABF5-4F15-0846-835C-94906C50E745}"/>
          </ac:spMkLst>
        </pc:spChg>
        <pc:spChg chg="mod">
          <ac:chgData name="Adam Brown (Astrea Central)" userId="e4577f1c-a0ea-4eef-9851-9bdbe8619e58" providerId="ADAL" clId="{1C8439A8-903A-4D86-AA3D-7CAC932555EB}" dt="2025-09-11T10:33:36.971" v="653" actId="20577"/>
          <ac:spMkLst>
            <pc:docMk/>
            <pc:sldMk cId="2163301936" sldId="398"/>
            <ac:spMk id="30" creationId="{4C6FD902-CA0E-2208-E8CD-56C55166927E}"/>
          </ac:spMkLst>
        </pc:spChg>
        <pc:spChg chg="mod">
          <ac:chgData name="Adam Brown (Astrea Central)" userId="e4577f1c-a0ea-4eef-9851-9bdbe8619e58" providerId="ADAL" clId="{1C8439A8-903A-4D86-AA3D-7CAC932555EB}" dt="2025-09-11T10:33:34.988" v="650" actId="20577"/>
          <ac:spMkLst>
            <pc:docMk/>
            <pc:sldMk cId="2163301936" sldId="398"/>
            <ac:spMk id="32" creationId="{12E739D0-0E77-71D8-87EF-4410B7B113B0}"/>
          </ac:spMkLst>
        </pc:spChg>
        <pc:spChg chg="mod">
          <ac:chgData name="Adam Brown (Astrea Central)" userId="e4577f1c-a0ea-4eef-9851-9bdbe8619e58" providerId="ADAL" clId="{1C8439A8-903A-4D86-AA3D-7CAC932555EB}" dt="2025-09-11T10:33:42.052" v="659" actId="20577"/>
          <ac:spMkLst>
            <pc:docMk/>
            <pc:sldMk cId="2163301936" sldId="398"/>
            <ac:spMk id="34" creationId="{353B520C-2BBE-0C4E-F702-B993CF998A8B}"/>
          </ac:spMkLst>
        </pc:spChg>
        <pc:spChg chg="mod">
          <ac:chgData name="Adam Brown (Astrea Central)" userId="e4577f1c-a0ea-4eef-9851-9bdbe8619e58" providerId="ADAL" clId="{1C8439A8-903A-4D86-AA3D-7CAC932555EB}" dt="2025-09-11T10:33:44.063" v="662" actId="20577"/>
          <ac:spMkLst>
            <pc:docMk/>
            <pc:sldMk cId="2163301936" sldId="398"/>
            <ac:spMk id="36" creationId="{AAB13ACB-3D2B-4625-EFF4-FEFCCDFB48EE}"/>
          </ac:spMkLst>
        </pc:spChg>
        <pc:spChg chg="mod">
          <ac:chgData name="Adam Brown (Astrea Central)" userId="e4577f1c-a0ea-4eef-9851-9bdbe8619e58" providerId="ADAL" clId="{1C8439A8-903A-4D86-AA3D-7CAC932555EB}" dt="2025-09-11T10:33:45.934" v="665" actId="20577"/>
          <ac:spMkLst>
            <pc:docMk/>
            <pc:sldMk cId="2163301936" sldId="398"/>
            <ac:spMk id="50" creationId="{720D5A2F-A818-022C-8A32-999282F01940}"/>
          </ac:spMkLst>
        </pc:spChg>
        <pc:spChg chg="mod">
          <ac:chgData name="Adam Brown (Astrea Central)" userId="e4577f1c-a0ea-4eef-9851-9bdbe8619e58" providerId="ADAL" clId="{1C8439A8-903A-4D86-AA3D-7CAC932555EB}" dt="2025-09-11T10:33:51.310" v="675" actId="20577"/>
          <ac:spMkLst>
            <pc:docMk/>
            <pc:sldMk cId="2163301936" sldId="398"/>
            <ac:spMk id="51" creationId="{F418E431-95F3-47E2-7DC0-0B6324298E69}"/>
          </ac:spMkLst>
        </pc:spChg>
        <pc:spChg chg="mod">
          <ac:chgData name="Adam Brown (Astrea Central)" userId="e4577f1c-a0ea-4eef-9851-9bdbe8619e58" providerId="ADAL" clId="{1C8439A8-903A-4D86-AA3D-7CAC932555EB}" dt="2025-09-11T10:33:49.443" v="671" actId="20577"/>
          <ac:spMkLst>
            <pc:docMk/>
            <pc:sldMk cId="2163301936" sldId="398"/>
            <ac:spMk id="52" creationId="{79DBFAA3-6183-AB9F-74DB-ADD060DA2064}"/>
          </ac:spMkLst>
        </pc:spChg>
        <pc:spChg chg="mod">
          <ac:chgData name="Adam Brown (Astrea Central)" userId="e4577f1c-a0ea-4eef-9851-9bdbe8619e58" providerId="ADAL" clId="{1C8439A8-903A-4D86-AA3D-7CAC932555EB}" dt="2025-09-11T10:33:47.660" v="668" actId="20577"/>
          <ac:spMkLst>
            <pc:docMk/>
            <pc:sldMk cId="2163301936" sldId="398"/>
            <ac:spMk id="53" creationId="{BAD721EE-EE6B-5DFF-AED6-1567638F31C3}"/>
          </ac:spMkLst>
        </pc:spChg>
        <pc:graphicFrameChg chg="modGraphic">
          <ac:chgData name="Adam Brown (Astrea Central)" userId="e4577f1c-a0ea-4eef-9851-9bdbe8619e58" providerId="ADAL" clId="{1C8439A8-903A-4D86-AA3D-7CAC932555EB}" dt="2025-09-11T10:33:32.108" v="647" actId="20577"/>
          <ac:graphicFrameMkLst>
            <pc:docMk/>
            <pc:sldMk cId="2163301936" sldId="398"/>
            <ac:graphicFrameMk id="11" creationId="{B886D1F9-8A1F-3F17-452C-7B859EACBF53}"/>
          </ac:graphicFrameMkLst>
        </pc:graphicFrameChg>
      </pc:sldChg>
      <pc:sldChg chg="addSp delSp modSp mod">
        <pc:chgData name="Adam Brown (Astrea Central)" userId="e4577f1c-a0ea-4eef-9851-9bdbe8619e58" providerId="ADAL" clId="{1C8439A8-903A-4D86-AA3D-7CAC932555EB}" dt="2025-09-11T10:34:15.975" v="698" actId="6549"/>
        <pc:sldMkLst>
          <pc:docMk/>
          <pc:sldMk cId="4190285265" sldId="399"/>
        </pc:sldMkLst>
        <pc:graphicFrameChg chg="add del modGraphic">
          <ac:chgData name="Adam Brown (Astrea Central)" userId="e4577f1c-a0ea-4eef-9851-9bdbe8619e58" providerId="ADAL" clId="{1C8439A8-903A-4D86-AA3D-7CAC932555EB}" dt="2025-09-11T10:34:15.975" v="698" actId="6549"/>
          <ac:graphicFrameMkLst>
            <pc:docMk/>
            <pc:sldMk cId="4190285265" sldId="399"/>
            <ac:graphicFrameMk id="3" creationId="{BB8C79B8-5A75-A3CF-71D9-EF564BF871FD}"/>
          </ac:graphicFrameMkLst>
        </pc:graphicFrameChg>
      </pc:sldChg>
      <pc:sldChg chg="delSp mod">
        <pc:chgData name="Adam Brown (Astrea Central)" userId="e4577f1c-a0ea-4eef-9851-9bdbe8619e58" providerId="ADAL" clId="{1C8439A8-903A-4D86-AA3D-7CAC932555EB}" dt="2025-09-11T10:32:41.256" v="610" actId="478"/>
        <pc:sldMkLst>
          <pc:docMk/>
          <pc:sldMk cId="3698607653" sldId="403"/>
        </pc:sldMkLst>
      </pc:sldChg>
      <pc:sldChg chg="delSp modSp mod">
        <pc:chgData name="Adam Brown (Astrea Central)" userId="e4577f1c-a0ea-4eef-9851-9bdbe8619e58" providerId="ADAL" clId="{1C8439A8-903A-4D86-AA3D-7CAC932555EB}" dt="2025-09-11T10:16:33.727" v="30" actId="478"/>
        <pc:sldMkLst>
          <pc:docMk/>
          <pc:sldMk cId="871156449" sldId="408"/>
        </pc:sldMkLst>
        <pc:graphicFrameChg chg="modGraphic">
          <ac:chgData name="Adam Brown (Astrea Central)" userId="e4577f1c-a0ea-4eef-9851-9bdbe8619e58" providerId="ADAL" clId="{1C8439A8-903A-4D86-AA3D-7CAC932555EB}" dt="2025-09-11T10:16:27.276" v="27" actId="20577"/>
          <ac:graphicFrameMkLst>
            <pc:docMk/>
            <pc:sldMk cId="871156449" sldId="408"/>
            <ac:graphicFrameMk id="10" creationId="{0C290E95-F9FD-2952-6CC0-BE7B535A2699}"/>
          </ac:graphicFrameMkLst>
        </pc:graphicFrameChg>
      </pc:sldChg>
      <pc:sldChg chg="modSp mod">
        <pc:chgData name="Adam Brown (Astrea Central)" userId="e4577f1c-a0ea-4eef-9851-9bdbe8619e58" providerId="ADAL" clId="{1C8439A8-903A-4D86-AA3D-7CAC932555EB}" dt="2025-09-11T10:16:44.724" v="35" actId="20577"/>
        <pc:sldMkLst>
          <pc:docMk/>
          <pc:sldMk cId="2103105370" sldId="410"/>
        </pc:sldMkLst>
        <pc:graphicFrameChg chg="modGraphic">
          <ac:chgData name="Adam Brown (Astrea Central)" userId="e4577f1c-a0ea-4eef-9851-9bdbe8619e58" providerId="ADAL" clId="{1C8439A8-903A-4D86-AA3D-7CAC932555EB}" dt="2025-09-11T10:16:44.724" v="35" actId="20577"/>
          <ac:graphicFrameMkLst>
            <pc:docMk/>
            <pc:sldMk cId="2103105370" sldId="410"/>
            <ac:graphicFrameMk id="2" creationId="{86761B85-5108-7321-0AB8-98A472253EAD}"/>
          </ac:graphicFrameMkLst>
        </pc:graphicFrameChg>
      </pc:sldChg>
      <pc:sldChg chg="delSp modSp mod">
        <pc:chgData name="Adam Brown (Astrea Central)" userId="e4577f1c-a0ea-4eef-9851-9bdbe8619e58" providerId="ADAL" clId="{1C8439A8-903A-4D86-AA3D-7CAC932555EB}" dt="2025-09-11T10:45:33.682" v="1307" actId="478"/>
        <pc:sldMkLst>
          <pc:docMk/>
          <pc:sldMk cId="1606562861" sldId="414"/>
        </pc:sldMkLst>
      </pc:sldChg>
      <pc:sldChg chg="delSp mod">
        <pc:chgData name="Adam Brown (Astrea Central)" userId="e4577f1c-a0ea-4eef-9851-9bdbe8619e58" providerId="ADAL" clId="{1C8439A8-903A-4D86-AA3D-7CAC932555EB}" dt="2025-09-11T10:30:59.685" v="543" actId="478"/>
        <pc:sldMkLst>
          <pc:docMk/>
          <pc:sldMk cId="644135722" sldId="423"/>
        </pc:sldMkLst>
      </pc:sldChg>
      <pc:sldChg chg="delSp modSp mod">
        <pc:chgData name="Adam Brown (Astrea Central)" userId="e4577f1c-a0ea-4eef-9851-9bdbe8619e58" providerId="ADAL" clId="{1C8439A8-903A-4D86-AA3D-7CAC932555EB}" dt="2025-09-11T10:33:25.274" v="636" actId="478"/>
        <pc:sldMkLst>
          <pc:docMk/>
          <pc:sldMk cId="3320072963" sldId="584"/>
        </pc:sldMkLst>
        <pc:graphicFrameChg chg="modGraphic">
          <ac:chgData name="Adam Brown (Astrea Central)" userId="e4577f1c-a0ea-4eef-9851-9bdbe8619e58" providerId="ADAL" clId="{1C8439A8-903A-4D86-AA3D-7CAC932555EB}" dt="2025-09-11T10:33:16.977" v="631" actId="20577"/>
          <ac:graphicFrameMkLst>
            <pc:docMk/>
            <pc:sldMk cId="3320072963" sldId="584"/>
            <ac:graphicFrameMk id="97" creationId="{E0F244C0-1B24-B12C-A11A-36C30968E969}"/>
          </ac:graphicFrameMkLst>
        </pc:graphicFrameChg>
      </pc:sldChg>
      <pc:sldChg chg="delSp mod">
        <pc:chgData name="Adam Brown (Astrea Central)" userId="e4577f1c-a0ea-4eef-9851-9bdbe8619e58" providerId="ADAL" clId="{1C8439A8-903A-4D86-AA3D-7CAC932555EB}" dt="2025-09-11T10:15:20.424" v="3" actId="478"/>
        <pc:sldMkLst>
          <pc:docMk/>
          <pc:sldMk cId="3303306997" sldId="609"/>
        </pc:sldMkLst>
      </pc:sldChg>
      <pc:sldChg chg="delSp mod">
        <pc:chgData name="Adam Brown (Astrea Central)" userId="e4577f1c-a0ea-4eef-9851-9bdbe8619e58" providerId="ADAL" clId="{1C8439A8-903A-4D86-AA3D-7CAC932555EB}" dt="2025-09-11T10:15:29.362" v="6" actId="478"/>
        <pc:sldMkLst>
          <pc:docMk/>
          <pc:sldMk cId="3253914428" sldId="610"/>
        </pc:sldMkLst>
      </pc:sldChg>
      <pc:sldChg chg="modSp mod">
        <pc:chgData name="Adam Brown (Astrea Central)" userId="e4577f1c-a0ea-4eef-9851-9bdbe8619e58" providerId="ADAL" clId="{1C8439A8-903A-4D86-AA3D-7CAC932555EB}" dt="2025-09-11T10:33:09.442" v="625" actId="6549"/>
        <pc:sldMkLst>
          <pc:docMk/>
          <pc:sldMk cId="2079907743" sldId="623"/>
        </pc:sldMkLst>
        <pc:graphicFrameChg chg="modGraphic">
          <ac:chgData name="Adam Brown (Astrea Central)" userId="e4577f1c-a0ea-4eef-9851-9bdbe8619e58" providerId="ADAL" clId="{1C8439A8-903A-4D86-AA3D-7CAC932555EB}" dt="2025-09-11T10:33:01.745" v="623" actId="6549"/>
          <ac:graphicFrameMkLst>
            <pc:docMk/>
            <pc:sldMk cId="2079907743" sldId="623"/>
            <ac:graphicFrameMk id="2" creationId="{C3311133-A626-FC54-E4FB-3BBF79CC8D3B}"/>
          </ac:graphicFrameMkLst>
        </pc:graphicFrameChg>
        <pc:graphicFrameChg chg="modGraphic">
          <ac:chgData name="Adam Brown (Astrea Central)" userId="e4577f1c-a0ea-4eef-9851-9bdbe8619e58" providerId="ADAL" clId="{1C8439A8-903A-4D86-AA3D-7CAC932555EB}" dt="2025-09-11T10:33:03.466" v="624" actId="6549"/>
          <ac:graphicFrameMkLst>
            <pc:docMk/>
            <pc:sldMk cId="2079907743" sldId="623"/>
            <ac:graphicFrameMk id="5" creationId="{4270EFB7-2C08-2A48-B8C6-87DC389B76E1}"/>
          </ac:graphicFrameMkLst>
        </pc:graphicFrameChg>
        <pc:graphicFrameChg chg="modGraphic">
          <ac:chgData name="Adam Brown (Astrea Central)" userId="e4577f1c-a0ea-4eef-9851-9bdbe8619e58" providerId="ADAL" clId="{1C8439A8-903A-4D86-AA3D-7CAC932555EB}" dt="2025-09-11T10:33:09.442" v="625" actId="6549"/>
          <ac:graphicFrameMkLst>
            <pc:docMk/>
            <pc:sldMk cId="2079907743" sldId="623"/>
            <ac:graphicFrameMk id="8" creationId="{B856CEE2-E193-F1B5-167A-71A3AFCDB647}"/>
          </ac:graphicFrameMkLst>
        </pc:graphicFrameChg>
      </pc:sldChg>
      <pc:sldChg chg="modSp mod">
        <pc:chgData name="Adam Brown (Astrea Central)" userId="e4577f1c-a0ea-4eef-9851-9bdbe8619e58" providerId="ADAL" clId="{1C8439A8-903A-4D86-AA3D-7CAC932555EB}" dt="2025-09-11T10:36:21.766" v="895" actId="20577"/>
        <pc:sldMkLst>
          <pc:docMk/>
          <pc:sldMk cId="1364163814" sldId="627"/>
        </pc:sldMkLst>
        <pc:graphicFrameChg chg="modGraphic">
          <ac:chgData name="Adam Brown (Astrea Central)" userId="e4577f1c-a0ea-4eef-9851-9bdbe8619e58" providerId="ADAL" clId="{1C8439A8-903A-4D86-AA3D-7CAC932555EB}" dt="2025-09-11T10:36:12.698" v="879" actId="20577"/>
          <ac:graphicFrameMkLst>
            <pc:docMk/>
            <pc:sldMk cId="1364163814" sldId="627"/>
            <ac:graphicFrameMk id="14" creationId="{72E9C084-9238-4EA5-95DA-BB12B19F5FE8}"/>
          </ac:graphicFrameMkLst>
        </pc:graphicFrameChg>
        <pc:graphicFrameChg chg="modGraphic">
          <ac:chgData name="Adam Brown (Astrea Central)" userId="e4577f1c-a0ea-4eef-9851-9bdbe8619e58" providerId="ADAL" clId="{1C8439A8-903A-4D86-AA3D-7CAC932555EB}" dt="2025-09-11T10:36:21.766" v="895" actId="20577"/>
          <ac:graphicFrameMkLst>
            <pc:docMk/>
            <pc:sldMk cId="1364163814" sldId="627"/>
            <ac:graphicFrameMk id="34" creationId="{B48827C3-C978-FB61-FEEB-E161D6BECBA1}"/>
          </ac:graphicFrameMkLst>
        </pc:graphicFrameChg>
      </pc:sldChg>
      <pc:sldChg chg="modSp mod">
        <pc:chgData name="Adam Brown (Astrea Central)" userId="e4577f1c-a0ea-4eef-9851-9bdbe8619e58" providerId="ADAL" clId="{1C8439A8-903A-4D86-AA3D-7CAC932555EB}" dt="2025-09-11T10:37:26.478" v="991" actId="20577"/>
        <pc:sldMkLst>
          <pc:docMk/>
          <pc:sldMk cId="2464929012" sldId="630"/>
        </pc:sldMkLst>
        <pc:graphicFrameChg chg="modGraphic">
          <ac:chgData name="Adam Brown (Astrea Central)" userId="e4577f1c-a0ea-4eef-9851-9bdbe8619e58" providerId="ADAL" clId="{1C8439A8-903A-4D86-AA3D-7CAC932555EB}" dt="2025-09-11T10:37:26.478" v="991" actId="20577"/>
          <ac:graphicFrameMkLst>
            <pc:docMk/>
            <pc:sldMk cId="2464929012" sldId="630"/>
            <ac:graphicFrameMk id="3" creationId="{D31395E0-63EE-7285-8641-40611AC40F9B}"/>
          </ac:graphicFrameMkLst>
        </pc:graphicFrameChg>
      </pc:sldChg>
      <pc:sldChg chg="addSp delSp modSp mod">
        <pc:chgData name="Adam Brown (Astrea Central)" userId="e4577f1c-a0ea-4eef-9851-9bdbe8619e58" providerId="ADAL" clId="{1C8439A8-903A-4D86-AA3D-7CAC932555EB}" dt="2025-09-11T10:43:08.412" v="1217" actId="20577"/>
        <pc:sldMkLst>
          <pc:docMk/>
          <pc:sldMk cId="2603023560" sldId="635"/>
        </pc:sldMkLst>
      </pc:sldChg>
      <pc:sldChg chg="delSp modSp mod">
        <pc:chgData name="Adam Brown (Astrea Central)" userId="e4577f1c-a0ea-4eef-9851-9bdbe8619e58" providerId="ADAL" clId="{1C8439A8-903A-4D86-AA3D-7CAC932555EB}" dt="2025-09-11T10:37:54.755" v="1007" actId="6549"/>
        <pc:sldMkLst>
          <pc:docMk/>
          <pc:sldMk cId="1204484103" sldId="637"/>
        </pc:sldMkLst>
        <pc:graphicFrameChg chg="modGraphic">
          <ac:chgData name="Adam Brown (Astrea Central)" userId="e4577f1c-a0ea-4eef-9851-9bdbe8619e58" providerId="ADAL" clId="{1C8439A8-903A-4D86-AA3D-7CAC932555EB}" dt="2025-09-11T10:37:54.755" v="1007" actId="6549"/>
          <ac:graphicFrameMkLst>
            <pc:docMk/>
            <pc:sldMk cId="1204484103" sldId="637"/>
            <ac:graphicFrameMk id="36" creationId="{74996991-99C3-CA2C-9884-A59E7CFDB01C}"/>
          </ac:graphicFrameMkLst>
        </pc:graphicFrameChg>
      </pc:sldChg>
      <pc:sldChg chg="modSp mod">
        <pc:chgData name="Adam Brown (Astrea Central)" userId="e4577f1c-a0ea-4eef-9851-9bdbe8619e58" providerId="ADAL" clId="{1C8439A8-903A-4D86-AA3D-7CAC932555EB}" dt="2025-09-11T10:17:37.867" v="86" actId="20577"/>
        <pc:sldMkLst>
          <pc:docMk/>
          <pc:sldMk cId="387071802" sldId="638"/>
        </pc:sldMkLst>
        <pc:graphicFrameChg chg="modGraphic">
          <ac:chgData name="Adam Brown (Astrea Central)" userId="e4577f1c-a0ea-4eef-9851-9bdbe8619e58" providerId="ADAL" clId="{1C8439A8-903A-4D86-AA3D-7CAC932555EB}" dt="2025-09-11T10:17:37.867" v="86" actId="20577"/>
          <ac:graphicFrameMkLst>
            <pc:docMk/>
            <pc:sldMk cId="387071802" sldId="638"/>
            <ac:graphicFrameMk id="10" creationId="{9D64357A-2819-DB1E-830B-EA5E1CF89E55}"/>
          </ac:graphicFrameMkLst>
        </pc:graphicFrameChg>
      </pc:sldChg>
      <pc:sldChg chg="delSp modSp mod">
        <pc:chgData name="Adam Brown (Astrea Central)" userId="e4577f1c-a0ea-4eef-9851-9bdbe8619e58" providerId="ADAL" clId="{1C8439A8-903A-4D86-AA3D-7CAC932555EB}" dt="2025-09-11T10:18:06.230" v="96" actId="478"/>
        <pc:sldMkLst>
          <pc:docMk/>
          <pc:sldMk cId="1289636600" sldId="639"/>
        </pc:sldMkLst>
        <pc:spChg chg="mod">
          <ac:chgData name="Adam Brown (Astrea Central)" userId="e4577f1c-a0ea-4eef-9851-9bdbe8619e58" providerId="ADAL" clId="{1C8439A8-903A-4D86-AA3D-7CAC932555EB}" dt="2025-09-11T10:17:51.546" v="91" actId="1076"/>
          <ac:spMkLst>
            <pc:docMk/>
            <pc:sldMk cId="1289636600" sldId="639"/>
            <ac:spMk id="143" creationId="{9F042628-2A2B-CBD9-820D-DA4B4745EAA2}"/>
          </ac:spMkLst>
        </pc:spChg>
        <pc:graphicFrameChg chg="modGraphic">
          <ac:chgData name="Adam Brown (Astrea Central)" userId="e4577f1c-a0ea-4eef-9851-9bdbe8619e58" providerId="ADAL" clId="{1C8439A8-903A-4D86-AA3D-7CAC932555EB}" dt="2025-09-11T10:17:45.499" v="89" actId="6549"/>
          <ac:graphicFrameMkLst>
            <pc:docMk/>
            <pc:sldMk cId="1289636600" sldId="639"/>
            <ac:graphicFrameMk id="3" creationId="{DA8A41CA-A8DC-B399-C93F-ACF515DC1522}"/>
          </ac:graphicFrameMkLst>
        </pc:graphicFrameChg>
      </pc:sldChg>
      <pc:sldChg chg="addSp delSp modSp mod">
        <pc:chgData name="Adam Brown (Astrea Central)" userId="e4577f1c-a0ea-4eef-9851-9bdbe8619e58" providerId="ADAL" clId="{1C8439A8-903A-4D86-AA3D-7CAC932555EB}" dt="2025-09-11T10:41:19.475" v="1127" actId="20577"/>
        <pc:sldMkLst>
          <pc:docMk/>
          <pc:sldMk cId="786138704" sldId="688"/>
        </pc:sldMkLst>
      </pc:sldChg>
      <pc:sldChg chg="modSp mod">
        <pc:chgData name="Adam Brown (Astrea Central)" userId="e4577f1c-a0ea-4eef-9851-9bdbe8619e58" providerId="ADAL" clId="{1C8439A8-903A-4D86-AA3D-7CAC932555EB}" dt="2025-09-11T10:44:18.066" v="1282" actId="20577"/>
        <pc:sldMkLst>
          <pc:docMk/>
          <pc:sldMk cId="3063541273" sldId="690"/>
        </pc:sldMkLst>
      </pc:sldChg>
      <pc:sldChg chg="delSp modSp mod">
        <pc:chgData name="Adam Brown (Astrea Central)" userId="e4577f1c-a0ea-4eef-9851-9bdbe8619e58" providerId="ADAL" clId="{1C8439A8-903A-4D86-AA3D-7CAC932555EB}" dt="2025-09-11T10:38:51.869" v="1035" actId="6549"/>
        <pc:sldMkLst>
          <pc:docMk/>
          <pc:sldMk cId="2060183457" sldId="718"/>
        </pc:sldMkLst>
        <pc:graphicFrameChg chg="modGraphic">
          <ac:chgData name="Adam Brown (Astrea Central)" userId="e4577f1c-a0ea-4eef-9851-9bdbe8619e58" providerId="ADAL" clId="{1C8439A8-903A-4D86-AA3D-7CAC932555EB}" dt="2025-09-11T10:38:43.319" v="1031" actId="2164"/>
          <ac:graphicFrameMkLst>
            <pc:docMk/>
            <pc:sldMk cId="2060183457" sldId="718"/>
            <ac:graphicFrameMk id="16" creationId="{954FBBF7-5460-5BB4-B52E-A996AA5D2CD2}"/>
          </ac:graphicFrameMkLst>
        </pc:graphicFrameChg>
        <pc:graphicFrameChg chg="modGraphic">
          <ac:chgData name="Adam Brown (Astrea Central)" userId="e4577f1c-a0ea-4eef-9851-9bdbe8619e58" providerId="ADAL" clId="{1C8439A8-903A-4D86-AA3D-7CAC932555EB}" dt="2025-09-11T10:38:49.526" v="1034" actId="6549"/>
          <ac:graphicFrameMkLst>
            <pc:docMk/>
            <pc:sldMk cId="2060183457" sldId="718"/>
            <ac:graphicFrameMk id="30" creationId="{2962F73F-6B08-E28D-91E4-7F287B2AD365}"/>
          </ac:graphicFrameMkLst>
        </pc:graphicFrameChg>
        <pc:graphicFrameChg chg="modGraphic">
          <ac:chgData name="Adam Brown (Astrea Central)" userId="e4577f1c-a0ea-4eef-9851-9bdbe8619e58" providerId="ADAL" clId="{1C8439A8-903A-4D86-AA3D-7CAC932555EB}" dt="2025-09-11T10:38:51.869" v="1035" actId="6549"/>
          <ac:graphicFrameMkLst>
            <pc:docMk/>
            <pc:sldMk cId="2060183457" sldId="718"/>
            <ac:graphicFrameMk id="33" creationId="{31DA9621-0191-AC63-1A8E-B24CA7EBF1A0}"/>
          </ac:graphicFrameMkLst>
        </pc:graphicFrameChg>
      </pc:sldChg>
      <pc:sldChg chg="delSp mod">
        <pc:chgData name="Adam Brown (Astrea Central)" userId="e4577f1c-a0ea-4eef-9851-9bdbe8619e58" providerId="ADAL" clId="{1C8439A8-903A-4D86-AA3D-7CAC932555EB}" dt="2025-09-11T10:44:49.731" v="1292" actId="478"/>
        <pc:sldMkLst>
          <pc:docMk/>
          <pc:sldMk cId="471605190" sldId="731"/>
        </pc:sldMkLst>
      </pc:sldChg>
      <pc:sldChg chg="delSp mod">
        <pc:chgData name="Adam Brown (Astrea Central)" userId="e4577f1c-a0ea-4eef-9851-9bdbe8619e58" providerId="ADAL" clId="{1C8439A8-903A-4D86-AA3D-7CAC932555EB}" dt="2025-09-11T10:45:00.854" v="1297" actId="478"/>
        <pc:sldMkLst>
          <pc:docMk/>
          <pc:sldMk cId="37642667" sldId="732"/>
        </pc:sldMkLst>
      </pc:sldChg>
      <pc:sldChg chg="delSp modSp mod">
        <pc:chgData name="Adam Brown (Astrea Central)" userId="e4577f1c-a0ea-4eef-9851-9bdbe8619e58" providerId="ADAL" clId="{1C8439A8-903A-4D86-AA3D-7CAC932555EB}" dt="2025-09-11T10:45:11.079" v="1302" actId="478"/>
        <pc:sldMkLst>
          <pc:docMk/>
          <pc:sldMk cId="2836024213" sldId="734"/>
        </pc:sldMkLst>
      </pc:sldChg>
      <pc:sldChg chg="delSp modSp mod">
        <pc:chgData name="Adam Brown (Astrea Central)" userId="e4577f1c-a0ea-4eef-9851-9bdbe8619e58" providerId="ADAL" clId="{1C8439A8-903A-4D86-AA3D-7CAC932555EB}" dt="2025-09-11T10:38:13.160" v="1013" actId="6549"/>
        <pc:sldMkLst>
          <pc:docMk/>
          <pc:sldMk cId="1139679624" sldId="742"/>
        </pc:sldMkLst>
        <pc:graphicFrameChg chg="modGraphic">
          <ac:chgData name="Adam Brown (Astrea Central)" userId="e4577f1c-a0ea-4eef-9851-9bdbe8619e58" providerId="ADAL" clId="{1C8439A8-903A-4D86-AA3D-7CAC932555EB}" dt="2025-09-11T10:38:13.160" v="1013" actId="6549"/>
          <ac:graphicFrameMkLst>
            <pc:docMk/>
            <pc:sldMk cId="1139679624" sldId="742"/>
            <ac:graphicFrameMk id="2" creationId="{5DB51928-D9CE-6E7B-BDBE-9AFA05159B87}"/>
          </ac:graphicFrameMkLst>
        </pc:graphicFrameChg>
        <pc:graphicFrameChg chg="modGraphic">
          <ac:chgData name="Adam Brown (Astrea Central)" userId="e4577f1c-a0ea-4eef-9851-9bdbe8619e58" providerId="ADAL" clId="{1C8439A8-903A-4D86-AA3D-7CAC932555EB}" dt="2025-09-11T10:37:58.247" v="1008" actId="6549"/>
          <ac:graphicFrameMkLst>
            <pc:docMk/>
            <pc:sldMk cId="1139679624" sldId="742"/>
            <ac:graphicFrameMk id="4" creationId="{5FC38B53-9083-8E55-4753-0464A69B97C1}"/>
          </ac:graphicFrameMkLst>
        </pc:graphicFrameChg>
        <pc:graphicFrameChg chg="modGraphic">
          <ac:chgData name="Adam Brown (Astrea Central)" userId="e4577f1c-a0ea-4eef-9851-9bdbe8619e58" providerId="ADAL" clId="{1C8439A8-903A-4D86-AA3D-7CAC932555EB}" dt="2025-09-11T10:38:11.635" v="1012" actId="6549"/>
          <ac:graphicFrameMkLst>
            <pc:docMk/>
            <pc:sldMk cId="1139679624" sldId="742"/>
            <ac:graphicFrameMk id="14" creationId="{D2496B0B-374B-4003-A185-98424BAC51D6}"/>
          </ac:graphicFrameMkLst>
        </pc:graphicFrameChg>
      </pc:sldChg>
      <pc:sldChg chg="modSp">
        <pc:chgData name="Adam Brown (Astrea Central)" userId="e4577f1c-a0ea-4eef-9851-9bdbe8619e58" providerId="ADAL" clId="{1C8439A8-903A-4D86-AA3D-7CAC932555EB}" dt="2025-09-11T10:40:27.287" v="1089" actId="20577"/>
        <pc:sldMkLst>
          <pc:docMk/>
          <pc:sldMk cId="2781943068" sldId="745"/>
        </pc:sldMkLst>
        <pc:graphicFrameChg chg="mod">
          <ac:chgData name="Adam Brown (Astrea Central)" userId="e4577f1c-a0ea-4eef-9851-9bdbe8619e58" providerId="ADAL" clId="{1C8439A8-903A-4D86-AA3D-7CAC932555EB}" dt="2025-09-11T10:40:27.287" v="1089" actId="20577"/>
          <ac:graphicFrameMkLst>
            <pc:docMk/>
            <pc:sldMk cId="2781943068" sldId="745"/>
            <ac:graphicFrameMk id="6" creationId="{4C15FFC4-1625-4DFF-5BDB-D41514C96927}"/>
          </ac:graphicFrameMkLst>
        </pc:graphicFrameChg>
        <pc:graphicFrameChg chg="mod">
          <ac:chgData name="Adam Brown (Astrea Central)" userId="e4577f1c-a0ea-4eef-9851-9bdbe8619e58" providerId="ADAL" clId="{1C8439A8-903A-4D86-AA3D-7CAC932555EB}" dt="2025-09-11T10:39:08.553" v="1042" actId="20577"/>
          <ac:graphicFrameMkLst>
            <pc:docMk/>
            <pc:sldMk cId="2781943068" sldId="745"/>
            <ac:graphicFrameMk id="17" creationId="{FE6F5DC9-3A60-57F9-C763-F568DF9DCBAF}"/>
          </ac:graphicFrameMkLst>
        </pc:graphicFrameChg>
      </pc:sldChg>
      <pc:sldChg chg="delSp modSp mod">
        <pc:chgData name="Adam Brown (Astrea Central)" userId="e4577f1c-a0ea-4eef-9851-9bdbe8619e58" providerId="ADAL" clId="{1C8439A8-903A-4D86-AA3D-7CAC932555EB}" dt="2025-09-11T10:15:37.865" v="10" actId="478"/>
        <pc:sldMkLst>
          <pc:docMk/>
          <pc:sldMk cId="2207505457" sldId="760"/>
        </pc:sldMkLst>
      </pc:sldChg>
      <pc:sldChg chg="delSp mod">
        <pc:chgData name="Adam Brown (Astrea Central)" userId="e4577f1c-a0ea-4eef-9851-9bdbe8619e58" providerId="ADAL" clId="{1C8439A8-903A-4D86-AA3D-7CAC932555EB}" dt="2025-09-11T10:15:51.146" v="15" actId="478"/>
        <pc:sldMkLst>
          <pc:docMk/>
          <pc:sldMk cId="2793727284" sldId="761"/>
        </pc:sldMkLst>
      </pc:sldChg>
      <pc:sldChg chg="delSp mod">
        <pc:chgData name="Adam Brown (Astrea Central)" userId="e4577f1c-a0ea-4eef-9851-9bdbe8619e58" providerId="ADAL" clId="{1C8439A8-903A-4D86-AA3D-7CAC932555EB}" dt="2025-09-11T10:16:00.702" v="16" actId="478"/>
        <pc:sldMkLst>
          <pc:docMk/>
          <pc:sldMk cId="794686062" sldId="762"/>
        </pc:sldMkLst>
      </pc:sldChg>
      <pc:sldChg chg="modSp mod">
        <pc:chgData name="Adam Brown (Astrea Central)" userId="e4577f1c-a0ea-4eef-9851-9bdbe8619e58" providerId="ADAL" clId="{1C8439A8-903A-4D86-AA3D-7CAC932555EB}" dt="2025-09-11T10:16:50.543" v="38" actId="20577"/>
        <pc:sldMkLst>
          <pc:docMk/>
          <pc:sldMk cId="1221249120" sldId="763"/>
        </pc:sldMkLst>
        <pc:graphicFrameChg chg="modGraphic">
          <ac:chgData name="Adam Brown (Astrea Central)" userId="e4577f1c-a0ea-4eef-9851-9bdbe8619e58" providerId="ADAL" clId="{1C8439A8-903A-4D86-AA3D-7CAC932555EB}" dt="2025-09-11T10:16:50.543" v="38" actId="20577"/>
          <ac:graphicFrameMkLst>
            <pc:docMk/>
            <pc:sldMk cId="1221249120" sldId="763"/>
            <ac:graphicFrameMk id="27" creationId="{EB9E4F02-17E5-3C3F-487C-041998B41725}"/>
          </ac:graphicFrameMkLst>
        </pc:graphicFrameChg>
      </pc:sldChg>
      <pc:sldChg chg="modSp mod">
        <pc:chgData name="Adam Brown (Astrea Central)" userId="e4577f1c-a0ea-4eef-9851-9bdbe8619e58" providerId="ADAL" clId="{1C8439A8-903A-4D86-AA3D-7CAC932555EB}" dt="2025-09-11T10:16:59.744" v="41" actId="6549"/>
        <pc:sldMkLst>
          <pc:docMk/>
          <pc:sldMk cId="3443557328" sldId="765"/>
        </pc:sldMkLst>
        <pc:graphicFrameChg chg="modGraphic">
          <ac:chgData name="Adam Brown (Astrea Central)" userId="e4577f1c-a0ea-4eef-9851-9bdbe8619e58" providerId="ADAL" clId="{1C8439A8-903A-4D86-AA3D-7CAC932555EB}" dt="2025-09-11T10:16:54.205" v="39" actId="6549"/>
          <ac:graphicFrameMkLst>
            <pc:docMk/>
            <pc:sldMk cId="3443557328" sldId="765"/>
            <ac:graphicFrameMk id="4" creationId="{91DFA472-8CAC-5466-331E-96055FD1D98C}"/>
          </ac:graphicFrameMkLst>
        </pc:graphicFrameChg>
        <pc:graphicFrameChg chg="modGraphic">
          <ac:chgData name="Adam Brown (Astrea Central)" userId="e4577f1c-a0ea-4eef-9851-9bdbe8619e58" providerId="ADAL" clId="{1C8439A8-903A-4D86-AA3D-7CAC932555EB}" dt="2025-09-11T10:16:57.204" v="40" actId="6549"/>
          <ac:graphicFrameMkLst>
            <pc:docMk/>
            <pc:sldMk cId="3443557328" sldId="765"/>
            <ac:graphicFrameMk id="6" creationId="{0BA277E9-5C25-87DA-BA65-E7FD284B9476}"/>
          </ac:graphicFrameMkLst>
        </pc:graphicFrameChg>
        <pc:graphicFrameChg chg="modGraphic">
          <ac:chgData name="Adam Brown (Astrea Central)" userId="e4577f1c-a0ea-4eef-9851-9bdbe8619e58" providerId="ADAL" clId="{1C8439A8-903A-4D86-AA3D-7CAC932555EB}" dt="2025-09-11T10:16:59.744" v="41" actId="6549"/>
          <ac:graphicFrameMkLst>
            <pc:docMk/>
            <pc:sldMk cId="3443557328" sldId="765"/>
            <ac:graphicFrameMk id="7" creationId="{6F6378CB-2585-DF1D-1554-D3CDFBBF8138}"/>
          </ac:graphicFrameMkLst>
        </pc:graphicFrameChg>
      </pc:sldChg>
      <pc:sldChg chg="delSp modSp mod">
        <pc:chgData name="Adam Brown (Astrea Central)" userId="e4577f1c-a0ea-4eef-9851-9bdbe8619e58" providerId="ADAL" clId="{1C8439A8-903A-4D86-AA3D-7CAC932555EB}" dt="2025-09-11T10:19:32.142" v="116" actId="20577"/>
        <pc:sldMkLst>
          <pc:docMk/>
          <pc:sldMk cId="3306284463" sldId="771"/>
        </pc:sldMkLst>
        <pc:spChg chg="mod">
          <ac:chgData name="Adam Brown (Astrea Central)" userId="e4577f1c-a0ea-4eef-9851-9bdbe8619e58" providerId="ADAL" clId="{1C8439A8-903A-4D86-AA3D-7CAC932555EB}" dt="2025-09-11T10:19:21.837" v="112" actId="20577"/>
          <ac:spMkLst>
            <pc:docMk/>
            <pc:sldMk cId="3306284463" sldId="771"/>
            <ac:spMk id="4" creationId="{4BB83E25-A2E9-19C6-3C42-6AA04D771171}"/>
          </ac:spMkLst>
        </pc:spChg>
        <pc:spChg chg="mod">
          <ac:chgData name="Adam Brown (Astrea Central)" userId="e4577f1c-a0ea-4eef-9851-9bdbe8619e58" providerId="ADAL" clId="{1C8439A8-903A-4D86-AA3D-7CAC932555EB}" dt="2025-09-11T10:19:32.142" v="116" actId="20577"/>
          <ac:spMkLst>
            <pc:docMk/>
            <pc:sldMk cId="3306284463" sldId="771"/>
            <ac:spMk id="5" creationId="{11AB5683-0689-50DB-9054-FFCDE1F8C1EB}"/>
          </ac:spMkLst>
        </pc:spChg>
        <pc:spChg chg="mod">
          <ac:chgData name="Adam Brown (Astrea Central)" userId="e4577f1c-a0ea-4eef-9851-9bdbe8619e58" providerId="ADAL" clId="{1C8439A8-903A-4D86-AA3D-7CAC932555EB}" dt="2025-09-11T10:19:27.680" v="114" actId="20577"/>
          <ac:spMkLst>
            <pc:docMk/>
            <pc:sldMk cId="3306284463" sldId="771"/>
            <ac:spMk id="6" creationId="{AD6EEE83-48DE-952F-29AB-ADE1CCE59EB3}"/>
          </ac:spMkLst>
        </pc:spChg>
        <pc:spChg chg="mod">
          <ac:chgData name="Adam Brown (Astrea Central)" userId="e4577f1c-a0ea-4eef-9851-9bdbe8619e58" providerId="ADAL" clId="{1C8439A8-903A-4D86-AA3D-7CAC932555EB}" dt="2025-09-11T10:19:25.290" v="113" actId="20577"/>
          <ac:spMkLst>
            <pc:docMk/>
            <pc:sldMk cId="3306284463" sldId="771"/>
            <ac:spMk id="15" creationId="{56141F2F-495C-B2F2-9573-1F9D8ED04865}"/>
          </ac:spMkLst>
        </pc:spChg>
        <pc:spChg chg="mod">
          <ac:chgData name="Adam Brown (Astrea Central)" userId="e4577f1c-a0ea-4eef-9851-9bdbe8619e58" providerId="ADAL" clId="{1C8439A8-903A-4D86-AA3D-7CAC932555EB}" dt="2025-09-11T10:19:30.173" v="115" actId="20577"/>
          <ac:spMkLst>
            <pc:docMk/>
            <pc:sldMk cId="3306284463" sldId="771"/>
            <ac:spMk id="16" creationId="{9E1B8C81-7F81-38DC-0167-5A38F529C93D}"/>
          </ac:spMkLst>
        </pc:spChg>
        <pc:graphicFrameChg chg="modGraphic">
          <ac:chgData name="Adam Brown (Astrea Central)" userId="e4577f1c-a0ea-4eef-9851-9bdbe8619e58" providerId="ADAL" clId="{1C8439A8-903A-4D86-AA3D-7CAC932555EB}" dt="2025-09-11T10:18:11.300" v="97" actId="6549"/>
          <ac:graphicFrameMkLst>
            <pc:docMk/>
            <pc:sldMk cId="3306284463" sldId="771"/>
            <ac:graphicFrameMk id="3" creationId="{7D2BFEB6-4802-856E-0C73-7217D710E633}"/>
          </ac:graphicFrameMkLst>
        </pc:graphicFrameChg>
      </pc:sldChg>
      <pc:sldChg chg="modSp mod">
        <pc:chgData name="Adam Brown (Astrea Central)" userId="e4577f1c-a0ea-4eef-9851-9bdbe8619e58" providerId="ADAL" clId="{1C8439A8-903A-4D86-AA3D-7CAC932555EB}" dt="2025-09-11T10:34:22.174" v="704" actId="20577"/>
        <pc:sldMkLst>
          <pc:docMk/>
          <pc:sldMk cId="1267743658" sldId="772"/>
        </pc:sldMkLst>
        <pc:graphicFrameChg chg="modGraphic">
          <ac:chgData name="Adam Brown (Astrea Central)" userId="e4577f1c-a0ea-4eef-9851-9bdbe8619e58" providerId="ADAL" clId="{1C8439A8-903A-4D86-AA3D-7CAC932555EB}" dt="2025-09-11T10:34:22.174" v="704" actId="20577"/>
          <ac:graphicFrameMkLst>
            <pc:docMk/>
            <pc:sldMk cId="1267743658" sldId="772"/>
            <ac:graphicFrameMk id="52" creationId="{623CE4A1-6AD8-940D-0718-6613507C2127}"/>
          </ac:graphicFrameMkLst>
        </pc:graphicFrameChg>
      </pc:sldChg>
      <pc:sldChg chg="modSp mod">
        <pc:chgData name="Adam Brown (Astrea Central)" userId="e4577f1c-a0ea-4eef-9851-9bdbe8619e58" providerId="ADAL" clId="{1C8439A8-903A-4D86-AA3D-7CAC932555EB}" dt="2025-09-11T10:34:37.507" v="736" actId="20577"/>
        <pc:sldMkLst>
          <pc:docMk/>
          <pc:sldMk cId="3065678312" sldId="773"/>
        </pc:sldMkLst>
        <pc:graphicFrameChg chg="modGraphic">
          <ac:chgData name="Adam Brown (Astrea Central)" userId="e4577f1c-a0ea-4eef-9851-9bdbe8619e58" providerId="ADAL" clId="{1C8439A8-903A-4D86-AA3D-7CAC932555EB}" dt="2025-09-11T10:34:28.137" v="716" actId="20577"/>
          <ac:graphicFrameMkLst>
            <pc:docMk/>
            <pc:sldMk cId="3065678312" sldId="773"/>
            <ac:graphicFrameMk id="2" creationId="{421859EE-1D5E-C914-7298-18DBB54F8984}"/>
          </ac:graphicFrameMkLst>
        </pc:graphicFrameChg>
        <pc:graphicFrameChg chg="modGraphic">
          <ac:chgData name="Adam Brown (Astrea Central)" userId="e4577f1c-a0ea-4eef-9851-9bdbe8619e58" providerId="ADAL" clId="{1C8439A8-903A-4D86-AA3D-7CAC932555EB}" dt="2025-09-11T10:34:37.507" v="736" actId="20577"/>
          <ac:graphicFrameMkLst>
            <pc:docMk/>
            <pc:sldMk cId="3065678312" sldId="773"/>
            <ac:graphicFrameMk id="4" creationId="{30435876-848A-7D8D-3A26-B0C97BF26152}"/>
          </ac:graphicFrameMkLst>
        </pc:graphicFrameChg>
      </pc:sldChg>
      <pc:sldChg chg="modSp mod">
        <pc:chgData name="Adam Brown (Astrea Central)" userId="e4577f1c-a0ea-4eef-9851-9bdbe8619e58" providerId="ADAL" clId="{1C8439A8-903A-4D86-AA3D-7CAC932555EB}" dt="2025-09-11T10:43:57.858" v="1274" actId="20577"/>
        <pc:sldMkLst>
          <pc:docMk/>
          <pc:sldMk cId="396736249" sldId="774"/>
        </pc:sldMkLst>
      </pc:sldChg>
      <pc:sldChg chg="modSp mod">
        <pc:chgData name="Adam Brown (Astrea Central)" userId="e4577f1c-a0ea-4eef-9851-9bdbe8619e58" providerId="ADAL" clId="{1C8439A8-903A-4D86-AA3D-7CAC932555EB}" dt="2025-09-11T10:36:42.060" v="935" actId="20577"/>
        <pc:sldMkLst>
          <pc:docMk/>
          <pc:sldMk cId="1539647579" sldId="775"/>
        </pc:sldMkLst>
        <pc:graphicFrameChg chg="modGraphic">
          <ac:chgData name="Adam Brown (Astrea Central)" userId="e4577f1c-a0ea-4eef-9851-9bdbe8619e58" providerId="ADAL" clId="{1C8439A8-903A-4D86-AA3D-7CAC932555EB}" dt="2025-09-11T10:36:27.122" v="904" actId="20577"/>
          <ac:graphicFrameMkLst>
            <pc:docMk/>
            <pc:sldMk cId="1539647579" sldId="775"/>
            <ac:graphicFrameMk id="2" creationId="{421859EE-1D5E-C914-7298-18DBB54F8984}"/>
          </ac:graphicFrameMkLst>
        </pc:graphicFrameChg>
        <pc:graphicFrameChg chg="modGraphic">
          <ac:chgData name="Adam Brown (Astrea Central)" userId="e4577f1c-a0ea-4eef-9851-9bdbe8619e58" providerId="ADAL" clId="{1C8439A8-903A-4D86-AA3D-7CAC932555EB}" dt="2025-09-11T10:36:42.060" v="935" actId="20577"/>
          <ac:graphicFrameMkLst>
            <pc:docMk/>
            <pc:sldMk cId="1539647579" sldId="775"/>
            <ac:graphicFrameMk id="4" creationId="{2563F0C6-5439-1D3B-8142-4DE5E8146F86}"/>
          </ac:graphicFrameMkLst>
        </pc:graphicFrameChg>
      </pc:sldChg>
      <pc:sldChg chg="modSp mod">
        <pc:chgData name="Adam Brown (Astrea Central)" userId="e4577f1c-a0ea-4eef-9851-9bdbe8619e58" providerId="ADAL" clId="{1C8439A8-903A-4D86-AA3D-7CAC932555EB}" dt="2025-09-11T10:36:51.833" v="946" actId="6549"/>
        <pc:sldMkLst>
          <pc:docMk/>
          <pc:sldMk cId="791333903" sldId="776"/>
        </pc:sldMkLst>
        <pc:graphicFrameChg chg="modGraphic">
          <ac:chgData name="Adam Brown (Astrea Central)" userId="e4577f1c-a0ea-4eef-9851-9bdbe8619e58" providerId="ADAL" clId="{1C8439A8-903A-4D86-AA3D-7CAC932555EB}" dt="2025-09-11T10:36:47.215" v="944" actId="20577"/>
          <ac:graphicFrameMkLst>
            <pc:docMk/>
            <pc:sldMk cId="791333903" sldId="776"/>
            <ac:graphicFrameMk id="14" creationId="{72E9C084-9238-4EA5-95DA-BB12B19F5FE8}"/>
          </ac:graphicFrameMkLst>
        </pc:graphicFrameChg>
        <pc:graphicFrameChg chg="modGraphic">
          <ac:chgData name="Adam Brown (Astrea Central)" userId="e4577f1c-a0ea-4eef-9851-9bdbe8619e58" providerId="ADAL" clId="{1C8439A8-903A-4D86-AA3D-7CAC932555EB}" dt="2025-09-11T10:36:51.833" v="946" actId="6549"/>
          <ac:graphicFrameMkLst>
            <pc:docMk/>
            <pc:sldMk cId="791333903" sldId="776"/>
            <ac:graphicFrameMk id="34" creationId="{B48827C3-C978-FB61-FEEB-E161D6BECBA1}"/>
          </ac:graphicFrameMkLst>
        </pc:graphicFrameChg>
      </pc:sldChg>
      <pc:sldChg chg="modSp mod">
        <pc:chgData name="Adam Brown (Astrea Central)" userId="e4577f1c-a0ea-4eef-9851-9bdbe8619e58" providerId="ADAL" clId="{1C8439A8-903A-4D86-AA3D-7CAC932555EB}" dt="2025-09-11T10:36:58.676" v="949" actId="6549"/>
        <pc:sldMkLst>
          <pc:docMk/>
          <pc:sldMk cId="2557147136" sldId="777"/>
        </pc:sldMkLst>
        <pc:graphicFrameChg chg="modGraphic">
          <ac:chgData name="Adam Brown (Astrea Central)" userId="e4577f1c-a0ea-4eef-9851-9bdbe8619e58" providerId="ADAL" clId="{1C8439A8-903A-4D86-AA3D-7CAC932555EB}" dt="2025-09-11T10:36:55.848" v="947" actId="6549"/>
          <ac:graphicFrameMkLst>
            <pc:docMk/>
            <pc:sldMk cId="2557147136" sldId="777"/>
            <ac:graphicFrameMk id="2" creationId="{421859EE-1D5E-C914-7298-18DBB54F8984}"/>
          </ac:graphicFrameMkLst>
        </pc:graphicFrameChg>
        <pc:graphicFrameChg chg="modGraphic">
          <ac:chgData name="Adam Brown (Astrea Central)" userId="e4577f1c-a0ea-4eef-9851-9bdbe8619e58" providerId="ADAL" clId="{1C8439A8-903A-4D86-AA3D-7CAC932555EB}" dt="2025-09-11T10:36:57.311" v="948" actId="6549"/>
          <ac:graphicFrameMkLst>
            <pc:docMk/>
            <pc:sldMk cId="2557147136" sldId="777"/>
            <ac:graphicFrameMk id="11" creationId="{14C67562-52E0-E400-E3D9-7C968E894A10}"/>
          </ac:graphicFrameMkLst>
        </pc:graphicFrameChg>
        <pc:graphicFrameChg chg="modGraphic">
          <ac:chgData name="Adam Brown (Astrea Central)" userId="e4577f1c-a0ea-4eef-9851-9bdbe8619e58" providerId="ADAL" clId="{1C8439A8-903A-4D86-AA3D-7CAC932555EB}" dt="2025-09-11T10:36:58.676" v="949" actId="6549"/>
          <ac:graphicFrameMkLst>
            <pc:docMk/>
            <pc:sldMk cId="2557147136" sldId="777"/>
            <ac:graphicFrameMk id="15" creationId="{14D915FE-717C-631E-AD06-D8CAACD13023}"/>
          </ac:graphicFrameMkLst>
        </pc:graphicFrameChg>
      </pc:sldChg>
      <pc:sldChg chg="modSp mod">
        <pc:chgData name="Adam Brown (Astrea Central)" userId="e4577f1c-a0ea-4eef-9851-9bdbe8619e58" providerId="ADAL" clId="{1C8439A8-903A-4D86-AA3D-7CAC932555EB}" dt="2025-09-11T10:37:14.796" v="978" actId="20577"/>
        <pc:sldMkLst>
          <pc:docMk/>
          <pc:sldMk cId="1727354984" sldId="778"/>
        </pc:sldMkLst>
        <pc:graphicFrameChg chg="modGraphic">
          <ac:chgData name="Adam Brown (Astrea Central)" userId="e4577f1c-a0ea-4eef-9851-9bdbe8619e58" providerId="ADAL" clId="{1C8439A8-903A-4D86-AA3D-7CAC932555EB}" dt="2025-09-11T10:37:14.796" v="978" actId="20577"/>
          <ac:graphicFrameMkLst>
            <pc:docMk/>
            <pc:sldMk cId="1727354984" sldId="778"/>
            <ac:graphicFrameMk id="4" creationId="{30435876-848A-7D8D-3A26-B0C97BF26152}"/>
          </ac:graphicFrameMkLst>
        </pc:graphicFrameChg>
      </pc:sldChg>
      <pc:sldChg chg="delSp mod">
        <pc:chgData name="Adam Brown (Astrea Central)" userId="e4577f1c-a0ea-4eef-9851-9bdbe8619e58" providerId="ADAL" clId="{1C8439A8-903A-4D86-AA3D-7CAC932555EB}" dt="2025-09-11T10:16:10.277" v="20" actId="478"/>
        <pc:sldMkLst>
          <pc:docMk/>
          <pc:sldMk cId="808451644" sldId="779"/>
        </pc:sldMkLst>
      </pc:sldChg>
      <pc:sldChg chg="delSp modSp mod">
        <pc:chgData name="Adam Brown (Astrea Central)" userId="e4577f1c-a0ea-4eef-9851-9bdbe8619e58" providerId="ADAL" clId="{1C8439A8-903A-4D86-AA3D-7CAC932555EB}" dt="2025-09-11T10:16:20.496" v="24" actId="478"/>
        <pc:sldMkLst>
          <pc:docMk/>
          <pc:sldMk cId="645148543" sldId="781"/>
        </pc:sldMkLst>
        <pc:graphicFrameChg chg="modGraphic">
          <ac:chgData name="Adam Brown (Astrea Central)" userId="e4577f1c-a0ea-4eef-9851-9bdbe8619e58" providerId="ADAL" clId="{1C8439A8-903A-4D86-AA3D-7CAC932555EB}" dt="2025-09-11T10:16:17.361" v="23" actId="20577"/>
          <ac:graphicFrameMkLst>
            <pc:docMk/>
            <pc:sldMk cId="645148543" sldId="781"/>
            <ac:graphicFrameMk id="2" creationId="{25805629-2405-194A-690C-8352FECA92FA}"/>
          </ac:graphicFrameMkLst>
        </pc:graphicFrameChg>
      </pc:sldChg>
      <pc:sldChg chg="addSp delSp modSp mod">
        <pc:chgData name="Adam Brown (Astrea Central)" userId="e4577f1c-a0ea-4eef-9851-9bdbe8619e58" providerId="ADAL" clId="{1C8439A8-903A-4D86-AA3D-7CAC932555EB}" dt="2025-09-11T10:22:07.171" v="233" actId="478"/>
        <pc:sldMkLst>
          <pc:docMk/>
          <pc:sldMk cId="767224884" sldId="782"/>
        </pc:sldMkLst>
        <pc:spChg chg="add del mod">
          <ac:chgData name="Adam Brown (Astrea Central)" userId="e4577f1c-a0ea-4eef-9851-9bdbe8619e58" providerId="ADAL" clId="{1C8439A8-903A-4D86-AA3D-7CAC932555EB}" dt="2025-09-11T10:21:05.788" v="160" actId="20577"/>
          <ac:spMkLst>
            <pc:docMk/>
            <pc:sldMk cId="767224884" sldId="782"/>
            <ac:spMk id="13" creationId="{CEEF23AD-EA17-135A-DB95-1D1FECB286F3}"/>
          </ac:spMkLst>
        </pc:spChg>
        <pc:spChg chg="mod">
          <ac:chgData name="Adam Brown (Astrea Central)" userId="e4577f1c-a0ea-4eef-9851-9bdbe8619e58" providerId="ADAL" clId="{1C8439A8-903A-4D86-AA3D-7CAC932555EB}" dt="2025-09-11T10:21:08.611" v="163" actId="20577"/>
          <ac:spMkLst>
            <pc:docMk/>
            <pc:sldMk cId="767224884" sldId="782"/>
            <ac:spMk id="15" creationId="{CEEF23AD-EA17-135A-DB95-1D1FECB286F3}"/>
          </ac:spMkLst>
        </pc:spChg>
        <pc:spChg chg="mod">
          <ac:chgData name="Adam Brown (Astrea Central)" userId="e4577f1c-a0ea-4eef-9851-9bdbe8619e58" providerId="ADAL" clId="{1C8439A8-903A-4D86-AA3D-7CAC932555EB}" dt="2025-09-11T10:21:10.371" v="166" actId="20577"/>
          <ac:spMkLst>
            <pc:docMk/>
            <pc:sldMk cId="767224884" sldId="782"/>
            <ac:spMk id="17" creationId="{CEEF23AD-EA17-135A-DB95-1D1FECB286F3}"/>
          </ac:spMkLst>
        </pc:spChg>
        <pc:spChg chg="add del">
          <ac:chgData name="Adam Brown (Astrea Central)" userId="e4577f1c-a0ea-4eef-9851-9bdbe8619e58" providerId="ADAL" clId="{1C8439A8-903A-4D86-AA3D-7CAC932555EB}" dt="2025-09-11T10:21:21.543" v="177" actId="478"/>
          <ac:spMkLst>
            <pc:docMk/>
            <pc:sldMk cId="767224884" sldId="782"/>
            <ac:spMk id="27" creationId="{CEEF23AD-EA17-135A-DB95-1D1FECB286F3}"/>
          </ac:spMkLst>
        </pc:spChg>
        <pc:spChg chg="mod">
          <ac:chgData name="Adam Brown (Astrea Central)" userId="e4577f1c-a0ea-4eef-9851-9bdbe8619e58" providerId="ADAL" clId="{1C8439A8-903A-4D86-AA3D-7CAC932555EB}" dt="2025-09-11T10:21:17.989" v="175" actId="20577"/>
          <ac:spMkLst>
            <pc:docMk/>
            <pc:sldMk cId="767224884" sldId="782"/>
            <ac:spMk id="135" creationId="{CEEF23AD-EA17-135A-DB95-1D1FECB286F3}"/>
          </ac:spMkLst>
        </pc:spChg>
        <pc:spChg chg="mod">
          <ac:chgData name="Adam Brown (Astrea Central)" userId="e4577f1c-a0ea-4eef-9851-9bdbe8619e58" providerId="ADAL" clId="{1C8439A8-903A-4D86-AA3D-7CAC932555EB}" dt="2025-09-11T10:21:16.141" v="172" actId="6549"/>
          <ac:spMkLst>
            <pc:docMk/>
            <pc:sldMk cId="767224884" sldId="782"/>
            <ac:spMk id="136" creationId="{CEEF23AD-EA17-135A-DB95-1D1FECB286F3}"/>
          </ac:spMkLst>
        </pc:spChg>
        <pc:spChg chg="mod">
          <ac:chgData name="Adam Brown (Astrea Central)" userId="e4577f1c-a0ea-4eef-9851-9bdbe8619e58" providerId="ADAL" clId="{1C8439A8-903A-4D86-AA3D-7CAC932555EB}" dt="2025-09-11T10:21:13.677" v="169" actId="20577"/>
          <ac:spMkLst>
            <pc:docMk/>
            <pc:sldMk cId="767224884" sldId="782"/>
            <ac:spMk id="137" creationId="{CEEF23AD-EA17-135A-DB95-1D1FECB286F3}"/>
          </ac:spMkLst>
        </pc:spChg>
      </pc:sldChg>
      <pc:sldChg chg="addSp delSp mod">
        <pc:chgData name="Adam Brown (Astrea Central)" userId="e4577f1c-a0ea-4eef-9851-9bdbe8619e58" providerId="ADAL" clId="{1C8439A8-903A-4D86-AA3D-7CAC932555EB}" dt="2025-09-11T10:28:01.448" v="408" actId="478"/>
        <pc:sldMkLst>
          <pc:docMk/>
          <pc:sldMk cId="1441230580" sldId="783"/>
        </pc:sldMkLst>
        <pc:spChg chg="add del">
          <ac:chgData name="Adam Brown (Astrea Central)" userId="e4577f1c-a0ea-4eef-9851-9bdbe8619e58" providerId="ADAL" clId="{1C8439A8-903A-4D86-AA3D-7CAC932555EB}" dt="2025-09-11T10:27:25.252" v="389" actId="478"/>
          <ac:spMkLst>
            <pc:docMk/>
            <pc:sldMk cId="1441230580" sldId="783"/>
            <ac:spMk id="49" creationId="{CEEF23AD-EA17-135A-DB95-1D1FECB286F3}"/>
          </ac:spMkLst>
        </pc:spChg>
        <pc:spChg chg="add del">
          <ac:chgData name="Adam Brown (Astrea Central)" userId="e4577f1c-a0ea-4eef-9851-9bdbe8619e58" providerId="ADAL" clId="{1C8439A8-903A-4D86-AA3D-7CAC932555EB}" dt="2025-09-11T10:27:33.580" v="393" actId="478"/>
          <ac:spMkLst>
            <pc:docMk/>
            <pc:sldMk cId="1441230580" sldId="783"/>
            <ac:spMk id="63" creationId="{CEEF23AD-EA17-135A-DB95-1D1FECB286F3}"/>
          </ac:spMkLst>
        </pc:spChg>
      </pc:sldChg>
      <pc:sldChg chg="delSp mod">
        <pc:chgData name="Adam Brown (Astrea Central)" userId="e4577f1c-a0ea-4eef-9851-9bdbe8619e58" providerId="ADAL" clId="{1C8439A8-903A-4D86-AA3D-7CAC932555EB}" dt="2025-09-11T10:29:34.711" v="482" actId="478"/>
        <pc:sldMkLst>
          <pc:docMk/>
          <pc:sldMk cId="2171972462" sldId="784"/>
        </pc:sldMkLst>
      </pc:sldChg>
      <pc:sldChg chg="delSp mod">
        <pc:chgData name="Adam Brown (Astrea Central)" userId="e4577f1c-a0ea-4eef-9851-9bdbe8619e58" providerId="ADAL" clId="{1C8439A8-903A-4D86-AA3D-7CAC932555EB}" dt="2025-09-11T10:30:05.846" v="509" actId="478"/>
        <pc:sldMkLst>
          <pc:docMk/>
          <pc:sldMk cId="749046522" sldId="785"/>
        </pc:sldMkLst>
      </pc:sldChg>
      <pc:sldChg chg="delSp mod">
        <pc:chgData name="Adam Brown (Astrea Central)" userId="e4577f1c-a0ea-4eef-9851-9bdbe8619e58" providerId="ADAL" clId="{1C8439A8-903A-4D86-AA3D-7CAC932555EB}" dt="2025-09-11T10:30:28.982" v="524" actId="478"/>
        <pc:sldMkLst>
          <pc:docMk/>
          <pc:sldMk cId="3670830453" sldId="786"/>
        </pc:sldMkLst>
      </pc:sldChg>
      <pc:sldChg chg="delSp mod">
        <pc:chgData name="Adam Brown (Astrea Central)" userId="e4577f1c-a0ea-4eef-9851-9bdbe8619e58" providerId="ADAL" clId="{1C8439A8-903A-4D86-AA3D-7CAC932555EB}" dt="2025-09-11T10:30:40.184" v="530" actId="478"/>
        <pc:sldMkLst>
          <pc:docMk/>
          <pc:sldMk cId="4152920570" sldId="787"/>
        </pc:sldMkLst>
      </pc:sldChg>
      <pc:sldChg chg="delSp mod">
        <pc:chgData name="Adam Brown (Astrea Central)" userId="e4577f1c-a0ea-4eef-9851-9bdbe8619e58" providerId="ADAL" clId="{1C8439A8-903A-4D86-AA3D-7CAC932555EB}" dt="2025-09-11T10:31:57.015" v="575" actId="478"/>
        <pc:sldMkLst>
          <pc:docMk/>
          <pc:sldMk cId="15408998" sldId="788"/>
        </pc:sldMkLst>
      </pc:sldChg>
      <pc:sldChg chg="delSp mod">
        <pc:chgData name="Adam Brown (Astrea Central)" userId="e4577f1c-a0ea-4eef-9851-9bdbe8619e58" providerId="ADAL" clId="{1C8439A8-903A-4D86-AA3D-7CAC932555EB}" dt="2025-09-11T10:32:16.649" v="593" actId="478"/>
        <pc:sldMkLst>
          <pc:docMk/>
          <pc:sldMk cId="3547202211" sldId="789"/>
        </pc:sldMkLst>
      </pc:sldChg>
      <pc:sldChg chg="delSp mod">
        <pc:chgData name="Adam Brown (Astrea Central)" userId="e4577f1c-a0ea-4eef-9851-9bdbe8619e58" providerId="ADAL" clId="{1C8439A8-903A-4D86-AA3D-7CAC932555EB}" dt="2025-09-11T10:32:32.034" v="604" actId="478"/>
        <pc:sldMkLst>
          <pc:docMk/>
          <pc:sldMk cId="1155165873" sldId="790"/>
        </pc:sldMkLst>
      </pc:sldChg>
      <pc:sldChg chg="delSp modSp mod">
        <pc:chgData name="Adam Brown (Astrea Central)" userId="e4577f1c-a0ea-4eef-9851-9bdbe8619e58" providerId="ADAL" clId="{1C8439A8-903A-4D86-AA3D-7CAC932555EB}" dt="2025-09-11T10:38:32.426" v="1024" actId="478"/>
        <pc:sldMkLst>
          <pc:docMk/>
          <pc:sldMk cId="3723355695" sldId="1232"/>
        </pc:sldMkLst>
        <pc:graphicFrameChg chg="modGraphic">
          <ac:chgData name="Adam Brown (Astrea Central)" userId="e4577f1c-a0ea-4eef-9851-9bdbe8619e58" providerId="ADAL" clId="{1C8439A8-903A-4D86-AA3D-7CAC932555EB}" dt="2025-09-11T10:38:20.251" v="1015" actId="6549"/>
          <ac:graphicFrameMkLst>
            <pc:docMk/>
            <pc:sldMk cId="3723355695" sldId="1232"/>
            <ac:graphicFrameMk id="2" creationId="{83CB0573-6AE6-0122-A186-963F5BB58D77}"/>
          </ac:graphicFrameMkLst>
        </pc:graphicFrameChg>
        <pc:graphicFrameChg chg="modGraphic">
          <ac:chgData name="Adam Brown (Astrea Central)" userId="e4577f1c-a0ea-4eef-9851-9bdbe8619e58" providerId="ADAL" clId="{1C8439A8-903A-4D86-AA3D-7CAC932555EB}" dt="2025-09-11T10:38:17.873" v="1014" actId="6549"/>
          <ac:graphicFrameMkLst>
            <pc:docMk/>
            <pc:sldMk cId="3723355695" sldId="1232"/>
            <ac:graphicFrameMk id="122" creationId="{D0F1C308-A334-EB7B-6B4F-BD81F34A3D54}"/>
          </ac:graphicFrameMkLst>
        </pc:graphicFrameChg>
      </pc:sldChg>
      <pc:sldChg chg="delSp mod">
        <pc:chgData name="Adam Brown (Astrea Central)" userId="e4577f1c-a0ea-4eef-9851-9bdbe8619e58" providerId="ADAL" clId="{1C8439A8-903A-4D86-AA3D-7CAC932555EB}" dt="2025-09-11T10:37:38.203" v="995" actId="478"/>
        <pc:sldMkLst>
          <pc:docMk/>
          <pc:sldMk cId="1367264850" sldId="1233"/>
        </pc:sldMkLst>
      </pc:sldChg>
      <pc:sldChg chg="delSp mod">
        <pc:chgData name="Adam Brown (Astrea Central)" userId="e4577f1c-a0ea-4eef-9851-9bdbe8619e58" providerId="ADAL" clId="{1C8439A8-903A-4D86-AA3D-7CAC932555EB}" dt="2025-09-11T10:37:41.926" v="997" actId="478"/>
        <pc:sldMkLst>
          <pc:docMk/>
          <pc:sldMk cId="3632875335" sldId="1234"/>
        </pc:sldMkLst>
      </pc:sldChg>
      <pc:sldChg chg="addSp delSp mod">
        <pc:chgData name="Adam Brown (Astrea Central)" userId="e4577f1c-a0ea-4eef-9851-9bdbe8619e58" providerId="ADAL" clId="{1C8439A8-903A-4D86-AA3D-7CAC932555EB}" dt="2025-09-11T10:40:39.549" v="1096" actId="478"/>
        <pc:sldMkLst>
          <pc:docMk/>
          <pc:sldMk cId="1672177246" sldId="1235"/>
        </pc:sldMkLst>
        <pc:grpChg chg="add del">
          <ac:chgData name="Adam Brown (Astrea Central)" userId="e4577f1c-a0ea-4eef-9851-9bdbe8619e58" providerId="ADAL" clId="{1C8439A8-903A-4D86-AA3D-7CAC932555EB}" dt="2025-09-11T10:40:32.759" v="1091" actId="478"/>
          <ac:grpSpMkLst>
            <pc:docMk/>
            <pc:sldMk cId="1672177246" sldId="1235"/>
            <ac:grpSpMk id="27" creationId="{EA3267D9-626F-C6AA-B4FF-AF2EDE25B390}"/>
          </ac:grpSpMkLst>
        </pc:grpChg>
      </pc:sldChg>
      <pc:sldChg chg="delSp mod">
        <pc:chgData name="Adam Brown (Astrea Central)" userId="e4577f1c-a0ea-4eef-9851-9bdbe8619e58" providerId="ADAL" clId="{1C8439A8-903A-4D86-AA3D-7CAC932555EB}" dt="2025-09-11T10:37:45.254" v="1000" actId="478"/>
        <pc:sldMkLst>
          <pc:docMk/>
          <pc:sldMk cId="3096346053" sldId="1236"/>
        </pc:sldMkLst>
      </pc:sldChg>
      <pc:sldChg chg="delSp mod">
        <pc:chgData name="Adam Brown (Astrea Central)" userId="e4577f1c-a0ea-4eef-9851-9bdbe8619e58" providerId="ADAL" clId="{1C8439A8-903A-4D86-AA3D-7CAC932555EB}" dt="2025-09-11T10:37:48.096" v="1003" actId="478"/>
        <pc:sldMkLst>
          <pc:docMk/>
          <pc:sldMk cId="1132490060" sldId="1237"/>
        </pc:sldMkLst>
      </pc:sldChg>
      <pc:sldChg chg="delSp mod">
        <pc:chgData name="Adam Brown (Astrea Central)" userId="e4577f1c-a0ea-4eef-9851-9bdbe8619e58" providerId="ADAL" clId="{1C8439A8-903A-4D86-AA3D-7CAC932555EB}" dt="2025-09-11T10:32:46.246" v="613" actId="478"/>
        <pc:sldMkLst>
          <pc:docMk/>
          <pc:sldMk cId="2217879506" sldId="1242"/>
        </pc:sldMkLst>
      </pc:sldChg>
      <pc:sldChg chg="delSp mod">
        <pc:chgData name="Adam Brown (Astrea Central)" userId="e4577f1c-a0ea-4eef-9851-9bdbe8619e58" providerId="ADAL" clId="{1C8439A8-903A-4D86-AA3D-7CAC932555EB}" dt="2025-09-11T10:32:49.550" v="616" actId="478"/>
        <pc:sldMkLst>
          <pc:docMk/>
          <pc:sldMk cId="3953004801" sldId="1243"/>
        </pc:sldMkLst>
      </pc:sldChg>
      <pc:sldChg chg="delSp mod">
        <pc:chgData name="Adam Brown (Astrea Central)" userId="e4577f1c-a0ea-4eef-9851-9bdbe8619e58" providerId="ADAL" clId="{1C8439A8-903A-4D86-AA3D-7CAC932555EB}" dt="2025-09-11T10:32:53.483" v="619" actId="478"/>
        <pc:sldMkLst>
          <pc:docMk/>
          <pc:sldMk cId="718419551" sldId="1244"/>
        </pc:sldMkLst>
      </pc:sldChg>
      <pc:sldChg chg="delSp mod">
        <pc:chgData name="Adam Brown (Astrea Central)" userId="e4577f1c-a0ea-4eef-9851-9bdbe8619e58" providerId="ADAL" clId="{1C8439A8-903A-4D86-AA3D-7CAC932555EB}" dt="2025-09-11T10:32:57.200" v="622" actId="478"/>
        <pc:sldMkLst>
          <pc:docMk/>
          <pc:sldMk cId="868366235" sldId="1245"/>
        </pc:sldMkLst>
      </pc:sldChg>
      <pc:sldChg chg="delSp mod">
        <pc:chgData name="Adam Brown (Astrea Central)" userId="e4577f1c-a0ea-4eef-9851-9bdbe8619e58" providerId="ADAL" clId="{1C8439A8-903A-4D86-AA3D-7CAC932555EB}" dt="2025-09-11T10:45:59.898" v="1317" actId="478"/>
        <pc:sldMkLst>
          <pc:docMk/>
          <pc:sldMk cId="2730425560" sldId="1246"/>
        </pc:sldMkLst>
      </pc:sldChg>
      <pc:sldChg chg="delSp mod">
        <pc:chgData name="Adam Brown (Astrea Central)" userId="e4577f1c-a0ea-4eef-9851-9bdbe8619e58" providerId="ADAL" clId="{1C8439A8-903A-4D86-AA3D-7CAC932555EB}" dt="2025-09-11T10:46:02.544" v="1319" actId="478"/>
        <pc:sldMkLst>
          <pc:docMk/>
          <pc:sldMk cId="1575759774" sldId="1247"/>
        </pc:sldMkLst>
      </pc:sldChg>
      <pc:sldChg chg="delSp mod">
        <pc:chgData name="Adam Brown (Astrea Central)" userId="e4577f1c-a0ea-4eef-9851-9bdbe8619e58" providerId="ADAL" clId="{1C8439A8-903A-4D86-AA3D-7CAC932555EB}" dt="2025-09-11T10:46:06.097" v="1322" actId="478"/>
        <pc:sldMkLst>
          <pc:docMk/>
          <pc:sldMk cId="2482332410" sldId="1248"/>
        </pc:sldMkLst>
      </pc:sldChg>
      <pc:sldChg chg="delSp mod">
        <pc:chgData name="Adam Brown (Astrea Central)" userId="e4577f1c-a0ea-4eef-9851-9bdbe8619e58" providerId="ADAL" clId="{1C8439A8-903A-4D86-AA3D-7CAC932555EB}" dt="2025-09-11T10:46:08.996" v="1325" actId="478"/>
        <pc:sldMkLst>
          <pc:docMk/>
          <pc:sldMk cId="2544976946" sldId="1249"/>
        </pc:sldMkLst>
      </pc:sldChg>
      <pc:sldChg chg="delSp mod">
        <pc:chgData name="Adam Brown (Astrea Central)" userId="e4577f1c-a0ea-4eef-9851-9bdbe8619e58" providerId="ADAL" clId="{1C8439A8-903A-4D86-AA3D-7CAC932555EB}" dt="2025-09-11T10:46:13.947" v="1327" actId="478"/>
        <pc:sldMkLst>
          <pc:docMk/>
          <pc:sldMk cId="3137427550" sldId="12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02/10/2025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a:t>
            </a:r>
            <a:r>
              <a:rPr lang="en-US" baseline="0"/>
              <a:t>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36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2</a:t>
            </a:fld>
            <a:endParaRPr lang="en-GB"/>
          </a:p>
        </p:txBody>
      </p:sp>
    </p:spTree>
    <p:extLst>
      <p:ext uri="{BB962C8B-B14F-4D97-AF65-F5344CB8AC3E}">
        <p14:creationId xmlns:p14="http://schemas.microsoft.com/office/powerpoint/2010/main" val="3654743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a:t>
            </a:r>
            <a:r>
              <a:rPr lang="en-US" baseline="0"/>
              <a:t>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239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6</a:t>
            </a:fld>
            <a:endParaRPr lang="en-GB"/>
          </a:p>
        </p:txBody>
      </p:sp>
    </p:spTree>
    <p:extLst>
      <p:ext uri="{BB962C8B-B14F-4D97-AF65-F5344CB8AC3E}">
        <p14:creationId xmlns:p14="http://schemas.microsoft.com/office/powerpoint/2010/main" val="3438551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7</a:t>
            </a:fld>
            <a:endParaRPr lang="en-GB"/>
          </a:p>
        </p:txBody>
      </p:sp>
    </p:spTree>
    <p:extLst>
      <p:ext uri="{BB962C8B-B14F-4D97-AF65-F5344CB8AC3E}">
        <p14:creationId xmlns:p14="http://schemas.microsoft.com/office/powerpoint/2010/main" val="983625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8</a:t>
            </a:fld>
            <a:endParaRPr lang="en-GB"/>
          </a:p>
        </p:txBody>
      </p:sp>
    </p:spTree>
    <p:extLst>
      <p:ext uri="{BB962C8B-B14F-4D97-AF65-F5344CB8AC3E}">
        <p14:creationId xmlns:p14="http://schemas.microsoft.com/office/powerpoint/2010/main" val="4066918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9</a:t>
            </a:fld>
            <a:endParaRPr lang="en-GB"/>
          </a:p>
        </p:txBody>
      </p:sp>
    </p:spTree>
    <p:extLst>
      <p:ext uri="{BB962C8B-B14F-4D97-AF65-F5344CB8AC3E}">
        <p14:creationId xmlns:p14="http://schemas.microsoft.com/office/powerpoint/2010/main" val="2174112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10</a:t>
            </a:fld>
            <a:endParaRPr lang="en-GB"/>
          </a:p>
        </p:txBody>
      </p:sp>
    </p:spTree>
    <p:extLst>
      <p:ext uri="{BB962C8B-B14F-4D97-AF65-F5344CB8AC3E}">
        <p14:creationId xmlns:p14="http://schemas.microsoft.com/office/powerpoint/2010/main" val="3623510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11</a:t>
            </a:fld>
            <a:endParaRPr lang="en-GB"/>
          </a:p>
        </p:txBody>
      </p:sp>
    </p:spTree>
    <p:extLst>
      <p:ext uri="{BB962C8B-B14F-4D97-AF65-F5344CB8AC3E}">
        <p14:creationId xmlns:p14="http://schemas.microsoft.com/office/powerpoint/2010/main" val="83267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12</a:t>
            </a:fld>
            <a:endParaRPr lang="en-GB"/>
          </a:p>
        </p:txBody>
      </p:sp>
    </p:spTree>
    <p:extLst>
      <p:ext uri="{BB962C8B-B14F-4D97-AF65-F5344CB8AC3E}">
        <p14:creationId xmlns:p14="http://schemas.microsoft.com/office/powerpoint/2010/main" val="10486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7 – division sign</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13</a:t>
            </a:fld>
            <a:endParaRPr lang="en-GB"/>
          </a:p>
        </p:txBody>
      </p:sp>
    </p:spTree>
    <p:extLst>
      <p:ext uri="{BB962C8B-B14F-4D97-AF65-F5344CB8AC3E}">
        <p14:creationId xmlns:p14="http://schemas.microsoft.com/office/powerpoint/2010/main" val="3617089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14</a:t>
            </a:fld>
            <a:endParaRPr lang="en-GB"/>
          </a:p>
        </p:txBody>
      </p:sp>
    </p:spTree>
    <p:extLst>
      <p:ext uri="{BB962C8B-B14F-4D97-AF65-F5344CB8AC3E}">
        <p14:creationId xmlns:p14="http://schemas.microsoft.com/office/powerpoint/2010/main" val="4066918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7 – division sign</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15</a:t>
            </a:fld>
            <a:endParaRPr lang="en-GB"/>
          </a:p>
        </p:txBody>
      </p:sp>
    </p:spTree>
    <p:extLst>
      <p:ext uri="{BB962C8B-B14F-4D97-AF65-F5344CB8AC3E}">
        <p14:creationId xmlns:p14="http://schemas.microsoft.com/office/powerpoint/2010/main" val="2321387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16</a:t>
            </a:fld>
            <a:endParaRPr lang="en-GB"/>
          </a:p>
        </p:txBody>
      </p:sp>
    </p:spTree>
    <p:extLst>
      <p:ext uri="{BB962C8B-B14F-4D97-AF65-F5344CB8AC3E}">
        <p14:creationId xmlns:p14="http://schemas.microsoft.com/office/powerpoint/2010/main" val="1745282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17</a:t>
            </a:fld>
            <a:endParaRPr lang="en-GB"/>
          </a:p>
        </p:txBody>
      </p:sp>
    </p:spTree>
    <p:extLst>
      <p:ext uri="{BB962C8B-B14F-4D97-AF65-F5344CB8AC3E}">
        <p14:creationId xmlns:p14="http://schemas.microsoft.com/office/powerpoint/2010/main" val="2174112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WORDED QUESTION</a:t>
            </a:r>
          </a:p>
          <a:p>
            <a:r>
              <a:rPr lang="en-US"/>
              <a:t>LONG</a:t>
            </a:r>
            <a:r>
              <a:rPr lang="en-US" baseline="0"/>
              <a:t> DIVISON w/example </a:t>
            </a:r>
            <a:endParaRPr lang="en-US"/>
          </a:p>
        </p:txBody>
      </p:sp>
      <p:sp>
        <p:nvSpPr>
          <p:cNvPr id="4" name="Slide Number Placeholder 3"/>
          <p:cNvSpPr>
            <a:spLocks noGrp="1"/>
          </p:cNvSpPr>
          <p:nvPr>
            <p:ph type="sldNum" sz="quarter" idx="10"/>
          </p:nvPr>
        </p:nvSpPr>
        <p:spPr/>
        <p:txBody>
          <a:bodyPr/>
          <a:lstStyle/>
          <a:p>
            <a:fld id="{6C24A783-C653-C444-A1FE-7D3BC73388DB}" type="slidenum">
              <a:rPr lang="en-GB" smtClean="0"/>
              <a:t>18</a:t>
            </a:fld>
            <a:endParaRPr lang="en-GB"/>
          </a:p>
        </p:txBody>
      </p:sp>
    </p:spTree>
    <p:extLst>
      <p:ext uri="{BB962C8B-B14F-4D97-AF65-F5344CB8AC3E}">
        <p14:creationId xmlns:p14="http://schemas.microsoft.com/office/powerpoint/2010/main" val="3317563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19</a:t>
            </a:fld>
            <a:endParaRPr lang="en-GB"/>
          </a:p>
        </p:txBody>
      </p:sp>
    </p:spTree>
    <p:extLst>
      <p:ext uri="{BB962C8B-B14F-4D97-AF65-F5344CB8AC3E}">
        <p14:creationId xmlns:p14="http://schemas.microsoft.com/office/powerpoint/2010/main" val="3285591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20</a:t>
            </a:fld>
            <a:endParaRPr lang="en-GB"/>
          </a:p>
        </p:txBody>
      </p:sp>
    </p:spTree>
    <p:extLst>
      <p:ext uri="{BB962C8B-B14F-4D97-AF65-F5344CB8AC3E}">
        <p14:creationId xmlns:p14="http://schemas.microsoft.com/office/powerpoint/2010/main" val="2654356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21</a:t>
            </a:fld>
            <a:endParaRPr lang="en-GB"/>
          </a:p>
        </p:txBody>
      </p:sp>
    </p:spTree>
    <p:extLst>
      <p:ext uri="{BB962C8B-B14F-4D97-AF65-F5344CB8AC3E}">
        <p14:creationId xmlns:p14="http://schemas.microsoft.com/office/powerpoint/2010/main" val="3621154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22</a:t>
            </a:fld>
            <a:endParaRPr lang="en-GB"/>
          </a:p>
        </p:txBody>
      </p:sp>
    </p:spTree>
    <p:extLst>
      <p:ext uri="{BB962C8B-B14F-4D97-AF65-F5344CB8AC3E}">
        <p14:creationId xmlns:p14="http://schemas.microsoft.com/office/powerpoint/2010/main" val="11699350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23</a:t>
            </a:fld>
            <a:endParaRPr lang="en-GB"/>
          </a:p>
        </p:txBody>
      </p:sp>
    </p:spTree>
    <p:extLst>
      <p:ext uri="{BB962C8B-B14F-4D97-AF65-F5344CB8AC3E}">
        <p14:creationId xmlns:p14="http://schemas.microsoft.com/office/powerpoint/2010/main" val="1686775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80D11F-BD83-4DFE-B0FB-ADB58F21858F}" type="slidenum">
              <a:rPr lang="en-GB" smtClean="0"/>
              <a:t>27</a:t>
            </a:fld>
            <a:endParaRPr lang="en-GB"/>
          </a:p>
        </p:txBody>
      </p:sp>
    </p:spTree>
    <p:extLst>
      <p:ext uri="{BB962C8B-B14F-4D97-AF65-F5344CB8AC3E}">
        <p14:creationId xmlns:p14="http://schemas.microsoft.com/office/powerpoint/2010/main" val="1494519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28</a:t>
            </a:fld>
            <a:endParaRPr lang="en-GB"/>
          </a:p>
        </p:txBody>
      </p:sp>
    </p:spTree>
    <p:extLst>
      <p:ext uri="{BB962C8B-B14F-4D97-AF65-F5344CB8AC3E}">
        <p14:creationId xmlns:p14="http://schemas.microsoft.com/office/powerpoint/2010/main" val="1895555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02/10/2025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02/10/2025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02/10/2025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02/10/2025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01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61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8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1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90.png"/><Relationship Id="rId4" Type="http://schemas.openxmlformats.org/officeDocument/2006/relationships/image" Target="../media/image89.png"/></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2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35.png"/><Relationship Id="rId4" Type="http://schemas.openxmlformats.org/officeDocument/2006/relationships/image" Target="../media/image119.png"/></Relationships>
</file>

<file path=ppt/slides/_rels/slide2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2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40.png"/><Relationship Id="rId1" Type="http://schemas.openxmlformats.org/officeDocument/2006/relationships/slideLayout" Target="../slideLayouts/slideLayout7.xml"/><Relationship Id="rId5" Type="http://schemas.openxmlformats.org/officeDocument/2006/relationships/image" Target="../media/image131.png"/><Relationship Id="rId4" Type="http://schemas.openxmlformats.org/officeDocument/2006/relationships/image" Target="../media/image125.png"/></Relationships>
</file>

<file path=ppt/slides/_rels/slide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34.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Subtopic 4 </a:t>
            </a:r>
            <a:r>
              <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rPr>
              <a:t>– </a:t>
            </a:r>
            <a:r>
              <a:rPr lang="en-GB" b="1" dirty="0"/>
              <a:t>The Four Operations</a:t>
            </a:r>
          </a:p>
        </p:txBody>
      </p:sp>
      <p:sp>
        <p:nvSpPr>
          <p:cNvPr id="45" name="Rectangle 44">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40A63AA0-9785-7842-8746-181CA9DC5483}"/>
              </a:ext>
            </a:extLst>
          </p:cNvPr>
          <p:cNvSpPr txBox="1"/>
          <p:nvPr/>
        </p:nvSpPr>
        <p:spPr>
          <a:xfrm>
            <a:off x="304914" y="787525"/>
            <a:ext cx="114939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2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8D99EBB3-E635-9B48-A13A-F8FC9E5CF168}"/>
              </a:ext>
            </a:extLst>
          </p:cNvPr>
          <p:cNvSpPr txBox="1"/>
          <p:nvPr/>
        </p:nvSpPr>
        <p:spPr>
          <a:xfrm>
            <a:off x="678901" y="995353"/>
            <a:ext cx="5055338" cy="64633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a:t>
            </a:r>
            <a:r>
              <a:rPr kumimoji="0" lang="en-GB" sz="1200" b="0" i="0" u="none" strike="noStrike" kern="1200" cap="none" spc="0" normalizeH="0" noProof="0">
                <a:ln>
                  <a:noFill/>
                </a:ln>
                <a:solidFill>
                  <a:prstClr val="black"/>
                </a:solidFill>
                <a:effectLst/>
                <a:uLnTx/>
                <a:uFillTx/>
                <a:latin typeface="Calibri" panose="020F0502020204030204"/>
                <a:ea typeface="+mn-ea"/>
                <a:cs typeface="+mn-cs"/>
              </a:rPr>
              <a:t> add and subtract positive numbers</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 multiply and divide positive numbers.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 solve problems using different</a:t>
            </a:r>
            <a:r>
              <a:rPr kumimoji="0" lang="en-GB" sz="1200" b="0" i="0" u="none" strike="noStrike" kern="1200" cap="none" spc="0" normalizeH="0" noProof="0">
                <a:ln>
                  <a:noFill/>
                </a:ln>
                <a:solidFill>
                  <a:prstClr val="black"/>
                </a:solidFill>
                <a:effectLst/>
                <a:uLnTx/>
                <a:uFillTx/>
                <a:latin typeface="Calibri" panose="020F0502020204030204"/>
                <a:ea typeface="+mn-ea"/>
                <a:cs typeface="+mn-cs"/>
              </a:rPr>
              <a:t> rules of arithmetic</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
        <p:nvSpPr>
          <p:cNvPr id="48" name="TextBox 47">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lvl="0" algn="ct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To </a:t>
            </a:r>
            <a:r>
              <a:rPr lang="en-US" sz="1200" b="1">
                <a:solidFill>
                  <a:prstClr val="black"/>
                </a:solidFill>
              </a:rPr>
              <a:t>use the four rules of arithmetic with integers and decimals.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F56BA6AD-76E4-264F-9E79-1A6D05899D87}"/>
              </a:ext>
            </a:extLst>
          </p:cNvPr>
          <p:cNvSpPr txBox="1"/>
          <p:nvPr/>
        </p:nvSpPr>
        <p:spPr>
          <a:xfrm>
            <a:off x="5319685" y="798570"/>
            <a:ext cx="1375758" cy="938719"/>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AppleSystemUIFont" charset="-120"/>
              <a:buChar char="-"/>
            </a:pPr>
            <a:r>
              <a:rPr lang="en-US" sz="1100" dirty="0"/>
              <a:t>Sum</a:t>
            </a:r>
          </a:p>
          <a:p>
            <a:pPr marL="285750" indent="-285750">
              <a:buFont typeface=".AppleSystemUIFont" charset="-120"/>
              <a:buChar char="-"/>
            </a:pPr>
            <a:r>
              <a:rPr lang="en-US" sz="1100" dirty="0"/>
              <a:t>Difference</a:t>
            </a:r>
          </a:p>
          <a:p>
            <a:pPr marL="285750" indent="-285750">
              <a:buFont typeface=".AppleSystemUIFont" charset="-120"/>
              <a:buChar char="-"/>
            </a:pPr>
            <a:r>
              <a:rPr lang="en-US" sz="1100" dirty="0"/>
              <a:t>Division</a:t>
            </a:r>
          </a:p>
          <a:p>
            <a:pPr marL="285750" indent="-285750">
              <a:buFont typeface=".AppleSystemUIFont" charset="-120"/>
              <a:buChar char="-"/>
            </a:pPr>
            <a:r>
              <a:rPr lang="en-US" sz="1100" dirty="0"/>
              <a:t>Multiplication</a:t>
            </a:r>
          </a:p>
        </p:txBody>
      </p:sp>
      <p:sp>
        <p:nvSpPr>
          <p:cNvPr id="4" name="Slide Number Placeholder 3"/>
          <p:cNvSpPr>
            <a:spLocks noGrp="1"/>
          </p:cNvSpPr>
          <p:nvPr>
            <p:ph type="sldNum" sz="quarter" idx="12"/>
          </p:nvPr>
        </p:nvSpPr>
        <p:spPr>
          <a:xfrm>
            <a:off x="5364267" y="9576199"/>
            <a:ext cx="1543050" cy="527403"/>
          </a:xfrm>
        </p:spPr>
        <p:txBody>
          <a:bodyPr/>
          <a:lstStyle/>
          <a:p>
            <a:fld id="{19F1D9CC-7119-45EC-A96C-D8C0660F3AAB}" type="slidenum">
              <a:rPr lang="en-GB" smtClean="0"/>
              <a:t>1</a:t>
            </a:fld>
            <a:endParaRPr lang="en-GB"/>
          </a:p>
        </p:txBody>
      </p:sp>
      <p:sp>
        <p:nvSpPr>
          <p:cNvPr id="56" name="Rectangle 55">
            <a:extLst>
              <a:ext uri="{FF2B5EF4-FFF2-40B4-BE49-F238E27FC236}">
                <a16:creationId xmlns:a16="http://schemas.microsoft.com/office/drawing/2014/main" id="{C3A6FC16-72A3-60CF-042B-9DEB93A35192}"/>
              </a:ext>
            </a:extLst>
          </p:cNvPr>
          <p:cNvSpPr/>
          <p:nvPr/>
        </p:nvSpPr>
        <p:spPr>
          <a:xfrm>
            <a:off x="149877" y="5007781"/>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Addition</a:t>
            </a:r>
            <a:endParaRPr lang="en-GB" sz="1200" dirty="0">
              <a:solidFill>
                <a:schemeClr val="bg1"/>
              </a:solidFill>
            </a:endParaRPr>
          </a:p>
        </p:txBody>
      </p:sp>
      <p:graphicFrame>
        <p:nvGraphicFramePr>
          <p:cNvPr id="64" name="Table 63">
            <a:extLst>
              <a:ext uri="{FF2B5EF4-FFF2-40B4-BE49-F238E27FC236}">
                <a16:creationId xmlns:a16="http://schemas.microsoft.com/office/drawing/2014/main" id="{66BBA077-B47A-C6D9-D9EB-D3742E469C28}"/>
              </a:ext>
            </a:extLst>
          </p:cNvPr>
          <p:cNvGraphicFramePr>
            <a:graphicFrameLocks noGrp="1"/>
          </p:cNvGraphicFramePr>
          <p:nvPr>
            <p:extLst>
              <p:ext uri="{D42A27DB-BD31-4B8C-83A1-F6EECF244321}">
                <p14:modId xmlns:p14="http://schemas.microsoft.com/office/powerpoint/2010/main" val="3202991716"/>
              </p:ext>
            </p:extLst>
          </p:nvPr>
        </p:nvGraphicFramePr>
        <p:xfrm>
          <a:off x="149877" y="5619796"/>
          <a:ext cx="6572478" cy="2034148"/>
        </p:xfrm>
        <a:graphic>
          <a:graphicData uri="http://schemas.openxmlformats.org/drawingml/2006/table">
            <a:tbl>
              <a:tblPr firstRow="1" bandRow="1">
                <a:tableStyleId>{5C22544A-7EE6-4342-B048-85BDC9FD1C3A}</a:tableStyleId>
              </a:tblPr>
              <a:tblGrid>
                <a:gridCol w="1432752">
                  <a:extLst>
                    <a:ext uri="{9D8B030D-6E8A-4147-A177-3AD203B41FA5}">
                      <a16:colId xmlns:a16="http://schemas.microsoft.com/office/drawing/2014/main" val="1568142362"/>
                    </a:ext>
                  </a:extLst>
                </a:gridCol>
                <a:gridCol w="1668477">
                  <a:extLst>
                    <a:ext uri="{9D8B030D-6E8A-4147-A177-3AD203B41FA5}">
                      <a16:colId xmlns:a16="http://schemas.microsoft.com/office/drawing/2014/main" val="3551711160"/>
                    </a:ext>
                  </a:extLst>
                </a:gridCol>
                <a:gridCol w="1674318">
                  <a:extLst>
                    <a:ext uri="{9D8B030D-6E8A-4147-A177-3AD203B41FA5}">
                      <a16:colId xmlns:a16="http://schemas.microsoft.com/office/drawing/2014/main" val="1712497518"/>
                    </a:ext>
                  </a:extLst>
                </a:gridCol>
                <a:gridCol w="1796931">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 15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17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11 + 8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13765">
                <a:tc>
                  <a:txBody>
                    <a:bodyPr/>
                    <a:lstStyle/>
                    <a:p>
                      <a:pPr marL="228600" indent="-228600">
                        <a:buAutoNum type="arabicPeriod"/>
                      </a:pPr>
                      <a:r>
                        <a:rPr lang="en-US" sz="1100" dirty="0">
                          <a:solidFill>
                            <a:schemeClr val="tx1"/>
                          </a:solidFill>
                        </a:rPr>
                        <a:t>Line up both numbers in the correct columns</a:t>
                      </a:r>
                    </a:p>
                    <a:p>
                      <a:pPr marL="228600" indent="-228600">
                        <a:buAutoNum type="arabicPeriod"/>
                      </a:pPr>
                      <a:endParaRPr lang="en-US" sz="1100" dirty="0">
                        <a:solidFill>
                          <a:schemeClr val="tx1"/>
                        </a:solidFill>
                      </a:endParaRPr>
                    </a:p>
                    <a:p>
                      <a:r>
                        <a:rPr lang="en-US" sz="1100" dirty="0">
                          <a:solidFill>
                            <a:schemeClr val="tx1"/>
                          </a:solidFill>
                        </a:rPr>
                        <a:t>2. Add each column starting with the lowest column</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a:solidFill>
                          <a:schemeClr val="tx1"/>
                        </a:solidFill>
                      </a:endParaRPr>
                    </a:p>
                    <a:p>
                      <a:endParaRPr lang="en-US" sz="1100" baseline="0">
                        <a:solidFill>
                          <a:schemeClr val="tx1"/>
                        </a:solidFill>
                      </a:endParaRP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79" name="TextBox 78">
            <a:extLst>
              <a:ext uri="{FF2B5EF4-FFF2-40B4-BE49-F238E27FC236}">
                <a16:creationId xmlns:a16="http://schemas.microsoft.com/office/drawing/2014/main" id="{D68829E9-CBF3-E3F7-A0FE-E2E91CEB4A6F}"/>
              </a:ext>
            </a:extLst>
          </p:cNvPr>
          <p:cNvSpPr txBox="1"/>
          <p:nvPr/>
        </p:nvSpPr>
        <p:spPr>
          <a:xfrm>
            <a:off x="5101511" y="5338610"/>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3 - You do…</a:t>
            </a:r>
          </a:p>
        </p:txBody>
      </p:sp>
      <p:sp>
        <p:nvSpPr>
          <p:cNvPr id="80" name="TextBox 79">
            <a:extLst>
              <a:ext uri="{FF2B5EF4-FFF2-40B4-BE49-F238E27FC236}">
                <a16:creationId xmlns:a16="http://schemas.microsoft.com/office/drawing/2014/main" id="{4A8CBDFC-10B7-7226-87F6-BC32A969438B}"/>
              </a:ext>
            </a:extLst>
          </p:cNvPr>
          <p:cNvSpPr txBox="1"/>
          <p:nvPr/>
        </p:nvSpPr>
        <p:spPr>
          <a:xfrm>
            <a:off x="3302928" y="5341585"/>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2 - We do…</a:t>
            </a:r>
          </a:p>
        </p:txBody>
      </p:sp>
      <p:sp>
        <p:nvSpPr>
          <p:cNvPr id="81" name="TextBox 80">
            <a:extLst>
              <a:ext uri="{FF2B5EF4-FFF2-40B4-BE49-F238E27FC236}">
                <a16:creationId xmlns:a16="http://schemas.microsoft.com/office/drawing/2014/main" id="{AC512596-5358-7B82-0821-C58C1FECAA5B}"/>
              </a:ext>
            </a:extLst>
          </p:cNvPr>
          <p:cNvSpPr txBox="1"/>
          <p:nvPr/>
        </p:nvSpPr>
        <p:spPr>
          <a:xfrm>
            <a:off x="1730435" y="5338610"/>
            <a:ext cx="1273234"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1- I do…</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83F18B1-250B-34AF-4E64-701587CCFF3C}"/>
                  </a:ext>
                </a:extLst>
              </p:cNvPr>
              <p:cNvGraphicFramePr>
                <a:graphicFrameLocks noGrp="1"/>
              </p:cNvGraphicFramePr>
              <p:nvPr>
                <p:extLst>
                  <p:ext uri="{D42A27DB-BD31-4B8C-83A1-F6EECF244321}">
                    <p14:modId xmlns:p14="http://schemas.microsoft.com/office/powerpoint/2010/main" val="3023678206"/>
                  </p:ext>
                </p:extLst>
              </p:nvPr>
            </p:nvGraphicFramePr>
            <p:xfrm>
              <a:off x="115753" y="1849512"/>
              <a:ext cx="6658348" cy="3062758"/>
            </p:xfrm>
            <a:graphic>
              <a:graphicData uri="http://schemas.openxmlformats.org/drawingml/2006/table">
                <a:tbl>
                  <a:tblPr firstRow="1" bandRow="1">
                    <a:tableStyleId>{5940675A-B579-460E-94D1-54222C63F5DA}</a:tableStyleId>
                  </a:tblPr>
                  <a:tblGrid>
                    <a:gridCol w="3329174">
                      <a:extLst>
                        <a:ext uri="{9D8B030D-6E8A-4147-A177-3AD203B41FA5}">
                          <a16:colId xmlns:a16="http://schemas.microsoft.com/office/drawing/2014/main" val="2534415139"/>
                        </a:ext>
                      </a:extLst>
                    </a:gridCol>
                    <a:gridCol w="3329174">
                      <a:extLst>
                        <a:ext uri="{9D8B030D-6E8A-4147-A177-3AD203B41FA5}">
                          <a16:colId xmlns:a16="http://schemas.microsoft.com/office/drawing/2014/main" val="715519378"/>
                        </a:ext>
                      </a:extLst>
                    </a:gridCol>
                  </a:tblGrid>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Definition</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The result of adding two or more numbers or terms together.</a:t>
                          </a:r>
                          <a:endParaRPr lang="en-US" sz="1200" dirty="0"/>
                        </a:p>
                        <a:p>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Characteristics</a:t>
                          </a:r>
                        </a:p>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add, plus, total.</a:t>
                          </a:r>
                          <a:endParaRPr lang="en-GB" sz="1200" b="1" dirty="0"/>
                        </a:p>
                        <a:p>
                          <a:endParaRPr lang="en-GB" sz="1200" dirty="0"/>
                        </a:p>
                      </a:txBody>
                      <a:tcPr/>
                    </a:tc>
                    <a:extLst>
                      <a:ext uri="{0D108BD9-81ED-4DB2-BD59-A6C34878D82A}">
                        <a16:rowId xmlns:a16="http://schemas.microsoft.com/office/drawing/2014/main" val="1546130242"/>
                      </a:ext>
                    </a:extLst>
                  </a:tr>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Examples</a:t>
                          </a:r>
                          <a:endParaRPr lang="en-GB" sz="1200" b="1"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3+4+11=18</m:t>
                                </m:r>
                              </m:oMath>
                            </m:oMathPara>
                          </a14:m>
                          <a:endParaRPr lang="en-GB" sz="1200" b="0" dirty="0"/>
                        </a:p>
                        <a:p>
                          <a:pPr algn="ctr"/>
                          <a14:m>
                            <m:oMathPara xmlns:m="http://schemas.openxmlformats.org/officeDocument/2006/math">
                              <m:oMathParaPr>
                                <m:jc m:val="center"/>
                              </m:oMathParaPr>
                              <m:oMath xmlns:m="http://schemas.openxmlformats.org/officeDocument/2006/math">
                                <m:r>
                                  <a:rPr lang="en-GB" sz="1200" b="0" i="1" smtClean="0">
                                    <a:latin typeface="Cambria Math" panose="02040503050406030204" pitchFamily="18" charset="0"/>
                                  </a:rPr>
                                  <m:t>2+</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−4</m:t>
                                    </m:r>
                                  </m:e>
                                </m:d>
                                <m:r>
                                  <a:rPr lang="en-GB" sz="1200" b="0" i="1" smtClean="0">
                                    <a:latin typeface="Cambria Math" panose="02040503050406030204" pitchFamily="18" charset="0"/>
                                  </a:rPr>
                                  <m:t>+</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−4</m:t>
                                    </m:r>
                                  </m:e>
                                </m:d>
                                <m:r>
                                  <a:rPr lang="en-GB" sz="1200" b="0" i="1" smtClean="0">
                                    <a:latin typeface="Cambria Math" panose="02040503050406030204" pitchFamily="18" charset="0"/>
                                  </a:rPr>
                                  <m:t>=−6</m:t>
                                </m:r>
                              </m:oMath>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+2</m:t>
                                </m:r>
                                <m:r>
                                  <a:rPr lang="en-GB" sz="1200" b="0" i="1" smtClean="0">
                                    <a:latin typeface="Cambria Math" panose="02040503050406030204" pitchFamily="18" charset="0"/>
                                  </a:rPr>
                                  <m:t>𝑎</m:t>
                                </m:r>
                                <m:r>
                                  <a:rPr lang="en-GB" sz="1200" b="0" i="1" smtClean="0">
                                    <a:latin typeface="Cambria Math" panose="02040503050406030204" pitchFamily="18" charset="0"/>
                                  </a:rPr>
                                  <m:t>+7</m:t>
                                </m:r>
                                <m:r>
                                  <a:rPr lang="en-GB" sz="1200" b="0" i="1" smtClean="0">
                                    <a:latin typeface="Cambria Math" panose="02040503050406030204" pitchFamily="18" charset="0"/>
                                  </a:rPr>
                                  <m:t>𝑎</m:t>
                                </m:r>
                                <m:r>
                                  <a:rPr lang="en-GB" sz="1200" b="0" i="1" smtClean="0">
                                    <a:latin typeface="Cambria Math" panose="02040503050406030204" pitchFamily="18" charset="0"/>
                                  </a:rPr>
                                  <m:t>=10</m:t>
                                </m:r>
                                <m:r>
                                  <a:rPr lang="en-GB" sz="1200" b="0" i="1" smtClean="0">
                                    <a:latin typeface="Cambria Math" panose="02040503050406030204" pitchFamily="18" charset="0"/>
                                  </a:rPr>
                                  <m:t>𝑎</m:t>
                                </m:r>
                              </m:oMath>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3</m:t>
                                    </m:r>
                                  </m:num>
                                  <m:den>
                                    <m:r>
                                      <a:rPr lang="en-GB" sz="1200" b="0" i="1" smtClean="0">
                                        <a:latin typeface="Cambria Math" panose="02040503050406030204" pitchFamily="18" charset="0"/>
                                      </a:rPr>
                                      <m:t>5</m:t>
                                    </m:r>
                                  </m:den>
                                </m:f>
                              </m:oMath>
                              <m:oMath xmlns:m="http://schemas.openxmlformats.org/officeDocument/2006/math">
                                <m:r>
                                  <a:rPr lang="en-GB" sz="1200" b="0" i="1" smtClean="0">
                                    <a:latin typeface="Cambria Math" panose="02040503050406030204" pitchFamily="18" charset="0"/>
                                  </a:rPr>
                                  <m:t>20</m:t>
                                </m:r>
                                <m:r>
                                  <a:rPr lang="en-GB" sz="1200" b="0" i="1" smtClean="0">
                                    <a:latin typeface="Cambria Math" panose="02040503050406030204" pitchFamily="18" charset="0"/>
                                  </a:rPr>
                                  <m:t>𝑝</m:t>
                                </m:r>
                                <m:r>
                                  <a:rPr lang="en-GB" sz="1200" b="0" i="1" smtClean="0">
                                    <a:latin typeface="Cambria Math" panose="02040503050406030204" pitchFamily="18" charset="0"/>
                                  </a:rPr>
                                  <m:t>+45</m:t>
                                </m:r>
                                <m:r>
                                  <a:rPr lang="en-GB" sz="1200" b="0" i="1" smtClean="0">
                                    <a:latin typeface="Cambria Math" panose="02040503050406030204" pitchFamily="18" charset="0"/>
                                  </a:rPr>
                                  <m:t>𝑝</m:t>
                                </m:r>
                                <m:r>
                                  <a:rPr lang="en-GB" sz="1200" b="0" i="1" smtClean="0">
                                    <a:latin typeface="Cambria Math" panose="02040503050406030204" pitchFamily="18" charset="0"/>
                                  </a:rPr>
                                  <m:t>=65</m:t>
                                </m:r>
                                <m:r>
                                  <a:rPr lang="en-GB" sz="1200" b="0" i="1" smtClean="0">
                                    <a:latin typeface="Cambria Math" panose="02040503050406030204" pitchFamily="18" charset="0"/>
                                  </a:rPr>
                                  <m:t>𝑝</m:t>
                                </m:r>
                              </m:oMath>
                            </m:oMathPara>
                          </a14:m>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Non - Examples</a:t>
                          </a:r>
                          <a:endParaRPr lang="en-GB" sz="1200" b="1"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3×5=15</m:t>
                                </m:r>
                              </m:oMath>
                            </m:oMathPara>
                          </a14:m>
                          <a:br>
                            <a:rPr lang="en-GB" sz="1200" b="0" dirty="0"/>
                          </a:br>
                          <a:endParaRPr lang="en-GB" sz="1200" b="0"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m:t>
                                </m:r>
                                <m:r>
                                  <a:rPr lang="en-GB" sz="1200" b="0" i="1" smtClean="0">
                                    <a:latin typeface="Cambria Math" panose="02040503050406030204" pitchFamily="18" charset="0"/>
                                  </a:rPr>
                                  <m:t>𝑦</m:t>
                                </m:r>
                                <m:r>
                                  <a:rPr lang="en-GB" sz="1200" b="0" i="1" smtClean="0">
                                    <a:latin typeface="Cambria Math" panose="02040503050406030204" pitchFamily="18" charset="0"/>
                                  </a:rPr>
                                  <m:t>×2</m:t>
                                </m:r>
                                <m:r>
                                  <a:rPr lang="en-GB" sz="1200" b="0" i="1" smtClean="0">
                                    <a:latin typeface="Cambria Math" panose="02040503050406030204" pitchFamily="18" charset="0"/>
                                  </a:rPr>
                                  <m:t>𝑦</m:t>
                                </m:r>
                                <m:r>
                                  <a:rPr lang="en-GB" sz="1200" b="0" i="1" smtClean="0">
                                    <a:latin typeface="Cambria Math" panose="02040503050406030204" pitchFamily="18" charset="0"/>
                                  </a:rPr>
                                  <m:t>=4</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𝑦</m:t>
                                    </m:r>
                                  </m:e>
                                  <m:sup>
                                    <m:r>
                                      <a:rPr lang="en-GB" sz="1200" b="0" i="1" smtClean="0">
                                        <a:latin typeface="Cambria Math" panose="02040503050406030204" pitchFamily="18" charset="0"/>
                                      </a:rPr>
                                      <m:t>2</m:t>
                                    </m:r>
                                  </m:sup>
                                </m:sSup>
                              </m:oMath>
                              <m:oMath xmlns:m="http://schemas.openxmlformats.org/officeDocument/2006/math">
                                <m:r>
                                  <a:rPr lang="en-GB" sz="1200" b="0" i="1" smtClean="0">
                                    <a:latin typeface="Cambria Math" panose="02040503050406030204" pitchFamily="18" charset="0"/>
                                  </a:rPr>
                                  <m:t>15−11=4</m:t>
                                </m:r>
                              </m:oMath>
                            </m:oMathPara>
                          </a14:m>
                          <a:endParaRPr lang="en-GB" sz="1200" b="0" dirty="0"/>
                        </a:p>
                        <a:p>
                          <a:pPr algn="ct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3</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3</m:t>
                                    </m:r>
                                  </m:den>
                                </m:f>
                                <m:r>
                                  <a:rPr lang="en-GB" sz="1200" b="0" i="1" smtClean="0">
                                    <a:latin typeface="Cambria Math" panose="02040503050406030204" pitchFamily="18" charset="0"/>
                                  </a:rPr>
                                  <m:t>=2</m:t>
                                </m:r>
                              </m:oMath>
                            </m:oMathPara>
                          </a14:m>
                          <a:endParaRPr lang="en-GB" sz="1200" dirty="0"/>
                        </a:p>
                      </a:txBody>
                      <a:tcPr/>
                    </a:tc>
                    <a:extLst>
                      <a:ext uri="{0D108BD9-81ED-4DB2-BD59-A6C34878D82A}">
                        <a16:rowId xmlns:a16="http://schemas.microsoft.com/office/drawing/2014/main" val="3939226908"/>
                      </a:ext>
                    </a:extLst>
                  </a:tr>
                </a:tbl>
              </a:graphicData>
            </a:graphic>
          </p:graphicFrame>
        </mc:Choice>
        <mc:Fallback xmlns="">
          <p:graphicFrame>
            <p:nvGraphicFramePr>
              <p:cNvPr id="6" name="Table 5">
                <a:extLst>
                  <a:ext uri="{FF2B5EF4-FFF2-40B4-BE49-F238E27FC236}">
                    <a16:creationId xmlns:a16="http://schemas.microsoft.com/office/drawing/2014/main" id="{E83F18B1-250B-34AF-4E64-701587CCFF3C}"/>
                  </a:ext>
                </a:extLst>
              </p:cNvPr>
              <p:cNvGraphicFramePr>
                <a:graphicFrameLocks noGrp="1"/>
              </p:cNvGraphicFramePr>
              <p:nvPr>
                <p:extLst>
                  <p:ext uri="{D42A27DB-BD31-4B8C-83A1-F6EECF244321}">
                    <p14:modId xmlns:p14="http://schemas.microsoft.com/office/powerpoint/2010/main" val="3023678206"/>
                  </p:ext>
                </p:extLst>
              </p:nvPr>
            </p:nvGraphicFramePr>
            <p:xfrm>
              <a:off x="115753" y="1849512"/>
              <a:ext cx="6658348" cy="3062758"/>
            </p:xfrm>
            <a:graphic>
              <a:graphicData uri="http://schemas.openxmlformats.org/drawingml/2006/table">
                <a:tbl>
                  <a:tblPr firstRow="1" bandRow="1">
                    <a:tableStyleId>{5940675A-B579-460E-94D1-54222C63F5DA}</a:tableStyleId>
                  </a:tblPr>
                  <a:tblGrid>
                    <a:gridCol w="3329174">
                      <a:extLst>
                        <a:ext uri="{9D8B030D-6E8A-4147-A177-3AD203B41FA5}">
                          <a16:colId xmlns:a16="http://schemas.microsoft.com/office/drawing/2014/main" val="2534415139"/>
                        </a:ext>
                      </a:extLst>
                    </a:gridCol>
                    <a:gridCol w="3329174">
                      <a:extLst>
                        <a:ext uri="{9D8B030D-6E8A-4147-A177-3AD203B41FA5}">
                          <a16:colId xmlns:a16="http://schemas.microsoft.com/office/drawing/2014/main" val="715519378"/>
                        </a:ext>
                      </a:extLst>
                    </a:gridCol>
                  </a:tblGrid>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Definition</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The result of adding two or more numbers or terms together.</a:t>
                          </a:r>
                          <a:endParaRPr lang="en-US" sz="1200" dirty="0"/>
                        </a:p>
                        <a:p>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Characteristics</a:t>
                          </a:r>
                        </a:p>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add, plus, total.</a:t>
                          </a:r>
                          <a:endParaRPr lang="en-GB" sz="1200" b="1" dirty="0"/>
                        </a:p>
                        <a:p>
                          <a:endParaRPr lang="en-GB" sz="1200" dirty="0"/>
                        </a:p>
                      </a:txBody>
                      <a:tcPr/>
                    </a:tc>
                    <a:extLst>
                      <a:ext uri="{0D108BD9-81ED-4DB2-BD59-A6C34878D82A}">
                        <a16:rowId xmlns:a16="http://schemas.microsoft.com/office/drawing/2014/main" val="1546130242"/>
                      </a:ext>
                    </a:extLst>
                  </a:tr>
                  <a:tr h="1531379">
                    <a:tc>
                      <a:txBody>
                        <a:bodyPr/>
                        <a:lstStyle/>
                        <a:p>
                          <a:endParaRPr lang="en-US"/>
                        </a:p>
                      </a:txBody>
                      <a:tcPr>
                        <a:blipFill>
                          <a:blip r:embed="rId3"/>
                          <a:stretch>
                            <a:fillRect l="-183" t="-100797" r="-100366" b="-797"/>
                          </a:stretch>
                        </a:blipFill>
                      </a:tcPr>
                    </a:tc>
                    <a:tc>
                      <a:txBody>
                        <a:bodyPr/>
                        <a:lstStyle/>
                        <a:p>
                          <a:endParaRPr lang="en-US"/>
                        </a:p>
                      </a:txBody>
                      <a:tcPr>
                        <a:blipFill>
                          <a:blip r:embed="rId3"/>
                          <a:stretch>
                            <a:fillRect l="-100183" t="-100797" r="-366" b="-797"/>
                          </a:stretch>
                        </a:blipFill>
                      </a:tcPr>
                    </a:tc>
                    <a:extLst>
                      <a:ext uri="{0D108BD9-81ED-4DB2-BD59-A6C34878D82A}">
                        <a16:rowId xmlns:a16="http://schemas.microsoft.com/office/drawing/2014/main" val="3939226908"/>
                      </a:ext>
                    </a:extLst>
                  </a:tr>
                </a:tbl>
              </a:graphicData>
            </a:graphic>
          </p:graphicFrame>
        </mc:Fallback>
      </mc:AlternateContent>
      <p:sp>
        <p:nvSpPr>
          <p:cNvPr id="32" name="TextBox 31">
            <a:extLst>
              <a:ext uri="{FF2B5EF4-FFF2-40B4-BE49-F238E27FC236}">
                <a16:creationId xmlns:a16="http://schemas.microsoft.com/office/drawing/2014/main" id="{FD36186C-66BD-1542-98D0-A6F3828B625C}"/>
              </a:ext>
            </a:extLst>
          </p:cNvPr>
          <p:cNvSpPr txBox="1"/>
          <p:nvPr/>
        </p:nvSpPr>
        <p:spPr>
          <a:xfrm>
            <a:off x="3074926" y="3238701"/>
            <a:ext cx="1489510" cy="369332"/>
          </a:xfrm>
          <a:prstGeom prst="rect">
            <a:avLst/>
          </a:prstGeom>
          <a:solidFill>
            <a:schemeClr val="bg1"/>
          </a:solidFill>
          <a:ln>
            <a:solidFill>
              <a:schemeClr val="tx1"/>
            </a:solidFill>
          </a:ln>
        </p:spPr>
        <p:txBody>
          <a:bodyPr wrap="none" rtlCol="0">
            <a:spAutoFit/>
          </a:bodyPr>
          <a:lstStyle/>
          <a:p>
            <a:r>
              <a:rPr lang="en-GB" dirty="0"/>
              <a:t>Addition/Sum</a:t>
            </a:r>
          </a:p>
        </p:txBody>
      </p:sp>
      <p:pic>
        <p:nvPicPr>
          <p:cNvPr id="7" name="Picture 28" descr="A picture containing chart">
            <a:extLst>
              <a:ext uri="{FF2B5EF4-FFF2-40B4-BE49-F238E27FC236}">
                <a16:creationId xmlns:a16="http://schemas.microsoft.com/office/drawing/2014/main" id="{04E0657F-A232-E25B-70C8-943F180A9605}"/>
              </a:ext>
            </a:extLst>
          </p:cNvPr>
          <p:cNvPicPr>
            <a:picLocks noChangeAspect="1"/>
          </p:cNvPicPr>
          <p:nvPr/>
        </p:nvPicPr>
        <p:blipFill rotWithShape="1">
          <a:blip r:embed="rId4"/>
          <a:srcRect t="69726"/>
          <a:stretch/>
        </p:blipFill>
        <p:spPr>
          <a:xfrm>
            <a:off x="136435" y="7837715"/>
            <a:ext cx="6585129" cy="1750786"/>
          </a:xfrm>
          <a:prstGeom prst="rect">
            <a:avLst/>
          </a:prstGeom>
        </p:spPr>
      </p:pic>
      <p:graphicFrame>
        <p:nvGraphicFramePr>
          <p:cNvPr id="2" name="Table 1">
            <a:extLst>
              <a:ext uri="{FF2B5EF4-FFF2-40B4-BE49-F238E27FC236}">
                <a16:creationId xmlns:a16="http://schemas.microsoft.com/office/drawing/2014/main" id="{C3311133-A626-FC54-E4FB-3BBF79CC8D3B}"/>
              </a:ext>
            </a:extLst>
          </p:cNvPr>
          <p:cNvGraphicFramePr>
            <a:graphicFrameLocks noGrp="1"/>
          </p:cNvGraphicFramePr>
          <p:nvPr>
            <p:extLst>
              <p:ext uri="{D42A27DB-BD31-4B8C-83A1-F6EECF244321}">
                <p14:modId xmlns:p14="http://schemas.microsoft.com/office/powerpoint/2010/main" val="2432256791"/>
              </p:ext>
            </p:extLst>
          </p:nvPr>
        </p:nvGraphicFramePr>
        <p:xfrm>
          <a:off x="3591903" y="6041949"/>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graphicFrame>
        <p:nvGraphicFramePr>
          <p:cNvPr id="5" name="Table 4">
            <a:extLst>
              <a:ext uri="{FF2B5EF4-FFF2-40B4-BE49-F238E27FC236}">
                <a16:creationId xmlns:a16="http://schemas.microsoft.com/office/drawing/2014/main" id="{4270EFB7-2C08-2A48-B8C6-87DC389B76E1}"/>
              </a:ext>
            </a:extLst>
          </p:cNvPr>
          <p:cNvGraphicFramePr>
            <a:graphicFrameLocks noGrp="1"/>
          </p:cNvGraphicFramePr>
          <p:nvPr>
            <p:extLst>
              <p:ext uri="{D42A27DB-BD31-4B8C-83A1-F6EECF244321}">
                <p14:modId xmlns:p14="http://schemas.microsoft.com/office/powerpoint/2010/main" val="3888934571"/>
              </p:ext>
            </p:extLst>
          </p:nvPr>
        </p:nvGraphicFramePr>
        <p:xfrm>
          <a:off x="5386276" y="6057921"/>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graphicFrame>
        <p:nvGraphicFramePr>
          <p:cNvPr id="8" name="Table 7">
            <a:extLst>
              <a:ext uri="{FF2B5EF4-FFF2-40B4-BE49-F238E27FC236}">
                <a16:creationId xmlns:a16="http://schemas.microsoft.com/office/drawing/2014/main" id="{B856CEE2-E193-F1B5-167A-71A3AFCDB647}"/>
              </a:ext>
            </a:extLst>
          </p:cNvPr>
          <p:cNvGraphicFramePr>
            <a:graphicFrameLocks noGrp="1"/>
          </p:cNvGraphicFramePr>
          <p:nvPr>
            <p:extLst>
              <p:ext uri="{D42A27DB-BD31-4B8C-83A1-F6EECF244321}">
                <p14:modId xmlns:p14="http://schemas.microsoft.com/office/powerpoint/2010/main" val="1045107690"/>
              </p:ext>
            </p:extLst>
          </p:nvPr>
        </p:nvGraphicFramePr>
        <p:xfrm>
          <a:off x="1703446" y="6041949"/>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1</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5</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3</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sp>
        <p:nvSpPr>
          <p:cNvPr id="9" name="Rectangle 8">
            <a:extLst>
              <a:ext uri="{FF2B5EF4-FFF2-40B4-BE49-F238E27FC236}">
                <a16:creationId xmlns:a16="http://schemas.microsoft.com/office/drawing/2014/main" id="{3B26CF68-3C8F-2614-348F-7901DA664C19}"/>
              </a:ext>
            </a:extLst>
          </p:cNvPr>
          <p:cNvSpPr/>
          <p:nvPr/>
        </p:nvSpPr>
        <p:spPr>
          <a:xfrm>
            <a:off x="1678047"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137BEAF-CF71-C58C-86AE-75BD4CF63E3C}"/>
              </a:ext>
            </a:extLst>
          </p:cNvPr>
          <p:cNvSpPr/>
          <p:nvPr/>
        </p:nvSpPr>
        <p:spPr>
          <a:xfrm>
            <a:off x="3552378"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6C7436B-A4E8-6AF7-0C38-55FBCFEBDE27}"/>
              </a:ext>
            </a:extLst>
          </p:cNvPr>
          <p:cNvSpPr/>
          <p:nvPr/>
        </p:nvSpPr>
        <p:spPr>
          <a:xfrm>
            <a:off x="5351489"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79907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E0F244C0-1B24-B12C-A11A-36C30968E969}"/>
              </a:ext>
            </a:extLst>
          </p:cNvPr>
          <p:cNvGraphicFramePr>
            <a:graphicFrameLocks noGrp="1"/>
          </p:cNvGraphicFramePr>
          <p:nvPr>
            <p:extLst>
              <p:ext uri="{D42A27DB-BD31-4B8C-83A1-F6EECF244321}">
                <p14:modId xmlns:p14="http://schemas.microsoft.com/office/powerpoint/2010/main" val="409515762"/>
              </p:ext>
            </p:extLst>
          </p:nvPr>
        </p:nvGraphicFramePr>
        <p:xfrm>
          <a:off x="120303" y="639197"/>
          <a:ext cx="6572478" cy="2034148"/>
        </p:xfrm>
        <a:graphic>
          <a:graphicData uri="http://schemas.openxmlformats.org/drawingml/2006/table">
            <a:tbl>
              <a:tblPr firstRow="1" bandRow="1">
                <a:tableStyleId>{5C22544A-7EE6-4342-B048-85BDC9FD1C3A}</a:tableStyleId>
              </a:tblPr>
              <a:tblGrid>
                <a:gridCol w="1070499">
                  <a:extLst>
                    <a:ext uri="{9D8B030D-6E8A-4147-A177-3AD203B41FA5}">
                      <a16:colId xmlns:a16="http://schemas.microsoft.com/office/drawing/2014/main" val="1568142362"/>
                    </a:ext>
                  </a:extLst>
                </a:gridCol>
                <a:gridCol w="1876248">
                  <a:extLst>
                    <a:ext uri="{9D8B030D-6E8A-4147-A177-3AD203B41FA5}">
                      <a16:colId xmlns:a16="http://schemas.microsoft.com/office/drawing/2014/main" val="3551711160"/>
                    </a:ext>
                  </a:extLst>
                </a:gridCol>
                <a:gridCol w="1828800">
                  <a:extLst>
                    <a:ext uri="{9D8B030D-6E8A-4147-A177-3AD203B41FA5}">
                      <a16:colId xmlns:a16="http://schemas.microsoft.com/office/drawing/2014/main" val="1712497518"/>
                    </a:ext>
                  </a:extLst>
                </a:gridCol>
                <a:gridCol w="1796931">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5 + 37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Calculate 18 + 75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Calculate 54 + 17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23814">
                <a:tc>
                  <a:txBody>
                    <a:bodyPr/>
                    <a:lstStyle/>
                    <a:p>
                      <a:pPr marL="0" indent="0">
                        <a:buNone/>
                      </a:pPr>
                      <a:r>
                        <a:rPr lang="en-US" sz="1100">
                          <a:solidFill>
                            <a:schemeClr val="tx1"/>
                          </a:solidFill>
                        </a:rPr>
                        <a:t>1. Line up both numbers in the correct 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9951">
                <a:tc>
                  <a:txBody>
                    <a:bodyPr/>
                    <a:lstStyle/>
                    <a:p>
                      <a:r>
                        <a:rPr lang="en-US" sz="1100" dirty="0">
                          <a:solidFill>
                            <a:schemeClr val="tx1"/>
                          </a:solidFill>
                        </a:rPr>
                        <a:t>2. Add each column starting with the lowest column</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2</a:t>
            </a:fld>
            <a:endParaRPr lang="en-GB"/>
          </a:p>
        </p:txBody>
      </p:sp>
      <p:sp>
        <p:nvSpPr>
          <p:cNvPr id="98" name="Rectangle 97">
            <a:extLst>
              <a:ext uri="{FF2B5EF4-FFF2-40B4-BE49-F238E27FC236}">
                <a16:creationId xmlns:a16="http://schemas.microsoft.com/office/drawing/2014/main" id="{88E30CB5-76C8-8BD6-2448-9BD3DD91C46C}"/>
              </a:ext>
            </a:extLst>
          </p:cNvPr>
          <p:cNvSpPr/>
          <p:nvPr/>
        </p:nvSpPr>
        <p:spPr>
          <a:xfrm>
            <a:off x="63044" y="57680"/>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Setting out and adding one- and two-digit integers using column method </a:t>
            </a:r>
            <a:endParaRPr lang="en-GB" sz="1200">
              <a:solidFill>
                <a:schemeClr val="bg1"/>
              </a:solidFill>
            </a:endParaRPr>
          </a:p>
        </p:txBody>
      </p:sp>
      <p:sp>
        <p:nvSpPr>
          <p:cNvPr id="108" name="Rectangle 107">
            <a:extLst>
              <a:ext uri="{FF2B5EF4-FFF2-40B4-BE49-F238E27FC236}">
                <a16:creationId xmlns:a16="http://schemas.microsoft.com/office/drawing/2014/main" id="{465B621B-EB55-A01D-9F0A-EEBB1109DFCC}"/>
              </a:ext>
            </a:extLst>
          </p:cNvPr>
          <p:cNvSpPr/>
          <p:nvPr/>
        </p:nvSpPr>
        <p:spPr>
          <a:xfrm>
            <a:off x="69362" y="275499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09" name="TextBox 108">
            <a:extLst>
              <a:ext uri="{FF2B5EF4-FFF2-40B4-BE49-F238E27FC236}">
                <a16:creationId xmlns:a16="http://schemas.microsoft.com/office/drawing/2014/main" id="{0B84AE52-D314-1C3F-6312-BAEB96E37B16}"/>
              </a:ext>
            </a:extLst>
          </p:cNvPr>
          <p:cNvSpPr txBox="1"/>
          <p:nvPr/>
        </p:nvSpPr>
        <p:spPr>
          <a:xfrm>
            <a:off x="1253844" y="2787945"/>
            <a:ext cx="3368166" cy="276999"/>
          </a:xfrm>
          <a:prstGeom prst="rect">
            <a:avLst/>
          </a:prstGeom>
          <a:noFill/>
        </p:spPr>
        <p:txBody>
          <a:bodyPr wrap="none" rtlCol="0">
            <a:spAutoFit/>
          </a:bodyPr>
          <a:lstStyle/>
          <a:p>
            <a:r>
              <a:rPr lang="en-US" sz="1200"/>
              <a:t>1. Add the following integers using column method</a:t>
            </a:r>
            <a:endParaRPr lang="en-GB" sz="1200"/>
          </a:p>
        </p:txBody>
      </p:sp>
      <p:sp>
        <p:nvSpPr>
          <p:cNvPr id="110" name="TextBox 109">
            <a:extLst>
              <a:ext uri="{FF2B5EF4-FFF2-40B4-BE49-F238E27FC236}">
                <a16:creationId xmlns:a16="http://schemas.microsoft.com/office/drawing/2014/main" id="{4ADA9E44-0C2D-471D-2FE6-1251C62C3983}"/>
              </a:ext>
            </a:extLst>
          </p:cNvPr>
          <p:cNvSpPr txBox="1"/>
          <p:nvPr/>
        </p:nvSpPr>
        <p:spPr>
          <a:xfrm>
            <a:off x="5101865" y="340481"/>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6 - You do…</a:t>
            </a:r>
          </a:p>
        </p:txBody>
      </p:sp>
      <p:sp>
        <p:nvSpPr>
          <p:cNvPr id="111" name="TextBox 110">
            <a:extLst>
              <a:ext uri="{FF2B5EF4-FFF2-40B4-BE49-F238E27FC236}">
                <a16:creationId xmlns:a16="http://schemas.microsoft.com/office/drawing/2014/main" id="{679FBAE2-E613-4F23-1089-513846B1689D}"/>
              </a:ext>
            </a:extLst>
          </p:cNvPr>
          <p:cNvSpPr txBox="1"/>
          <p:nvPr/>
        </p:nvSpPr>
        <p:spPr>
          <a:xfrm>
            <a:off x="3303282" y="343456"/>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5 - We do…</a:t>
            </a:r>
          </a:p>
        </p:txBody>
      </p:sp>
      <p:sp>
        <p:nvSpPr>
          <p:cNvPr id="113" name="TextBox 112">
            <a:extLst>
              <a:ext uri="{FF2B5EF4-FFF2-40B4-BE49-F238E27FC236}">
                <a16:creationId xmlns:a16="http://schemas.microsoft.com/office/drawing/2014/main" id="{D5CB9A3A-87AF-605F-724B-90F7EF199EE3}"/>
              </a:ext>
            </a:extLst>
          </p:cNvPr>
          <p:cNvSpPr txBox="1"/>
          <p:nvPr/>
        </p:nvSpPr>
        <p:spPr>
          <a:xfrm>
            <a:off x="1483581" y="371186"/>
            <a:ext cx="130850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4 - I do…</a:t>
            </a:r>
          </a:p>
        </p:txBody>
      </p:sp>
      <p:sp>
        <p:nvSpPr>
          <p:cNvPr id="134" name="TextBox 133">
            <a:extLst>
              <a:ext uri="{FF2B5EF4-FFF2-40B4-BE49-F238E27FC236}">
                <a16:creationId xmlns:a16="http://schemas.microsoft.com/office/drawing/2014/main" id="{2F340C64-CCD8-F806-AEBD-6DEF8F7835A7}"/>
              </a:ext>
            </a:extLst>
          </p:cNvPr>
          <p:cNvSpPr txBox="1"/>
          <p:nvPr/>
        </p:nvSpPr>
        <p:spPr>
          <a:xfrm>
            <a:off x="250237" y="8268930"/>
            <a:ext cx="4874027" cy="276999"/>
          </a:xfrm>
          <a:prstGeom prst="rect">
            <a:avLst/>
          </a:prstGeom>
          <a:noFill/>
        </p:spPr>
        <p:txBody>
          <a:bodyPr wrap="none" rtlCol="0">
            <a:spAutoFit/>
          </a:bodyPr>
          <a:lstStyle/>
          <a:p>
            <a:r>
              <a:rPr lang="en-US" sz="1200" dirty="0"/>
              <a:t>p) Sally is calculating 438 + 100. Can you explain the mistake she has made?</a:t>
            </a:r>
            <a:endParaRPr lang="en-GB" sz="1200" dirty="0"/>
          </a:p>
        </p:txBody>
      </p:sp>
      <p:sp>
        <p:nvSpPr>
          <p:cNvPr id="135" name="TextBox 134">
            <a:extLst>
              <a:ext uri="{FF2B5EF4-FFF2-40B4-BE49-F238E27FC236}">
                <a16:creationId xmlns:a16="http://schemas.microsoft.com/office/drawing/2014/main" id="{710A8859-0C8B-4A82-86D4-994A4A71201D}"/>
              </a:ext>
            </a:extLst>
          </p:cNvPr>
          <p:cNvSpPr txBox="1"/>
          <p:nvPr/>
        </p:nvSpPr>
        <p:spPr>
          <a:xfrm>
            <a:off x="452141" y="8545929"/>
            <a:ext cx="1510350" cy="1323439"/>
          </a:xfrm>
          <a:prstGeom prst="rect">
            <a:avLst/>
          </a:prstGeom>
          <a:solidFill>
            <a:schemeClr val="bg1"/>
          </a:solidFill>
          <a:ln>
            <a:solidFill>
              <a:schemeClr val="bg1"/>
            </a:solidFill>
          </a:ln>
        </p:spPr>
        <p:txBody>
          <a:bodyPr wrap="none" rtlCol="0">
            <a:spAutoFit/>
          </a:bodyPr>
          <a:lstStyle/>
          <a:p>
            <a:r>
              <a:rPr lang="en-US" sz="2000" i="1"/>
              <a:t>     4   3   8 </a:t>
            </a:r>
          </a:p>
          <a:p>
            <a:r>
              <a:rPr lang="en-US" sz="2000" i="1"/>
              <a:t>+        1   0   0</a:t>
            </a:r>
          </a:p>
          <a:p>
            <a:r>
              <a:rPr lang="en-US" sz="2000" i="1"/>
              <a:t>     4   4   8   0</a:t>
            </a:r>
          </a:p>
          <a:p>
            <a:endParaRPr lang="en-GB" sz="2000" i="1"/>
          </a:p>
        </p:txBody>
      </p:sp>
      <p:cxnSp>
        <p:nvCxnSpPr>
          <p:cNvPr id="137" name="Straight Connector 136">
            <a:extLst>
              <a:ext uri="{FF2B5EF4-FFF2-40B4-BE49-F238E27FC236}">
                <a16:creationId xmlns:a16="http://schemas.microsoft.com/office/drawing/2014/main" id="{B16768F1-C53D-D3FA-C990-22D884ABC049}"/>
              </a:ext>
            </a:extLst>
          </p:cNvPr>
          <p:cNvCxnSpPr>
            <a:stCxn id="135" idx="1"/>
            <a:endCxn id="135" idx="3"/>
          </p:cNvCxnSpPr>
          <p:nvPr/>
        </p:nvCxnSpPr>
        <p:spPr>
          <a:xfrm>
            <a:off x="452141" y="9207649"/>
            <a:ext cx="15103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8397BE24-34C7-2896-8A15-F1A6DC2628E2}"/>
              </a:ext>
            </a:extLst>
          </p:cNvPr>
          <p:cNvSpPr/>
          <p:nvPr/>
        </p:nvSpPr>
        <p:spPr>
          <a:xfrm>
            <a:off x="2334060" y="8599152"/>
            <a:ext cx="4404950" cy="10537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0C413933-296D-4B8A-0EE7-517AD124A2D1}"/>
                  </a:ext>
                </a:extLst>
              </p:cNvPr>
              <p:cNvGraphicFramePr>
                <a:graphicFrameLocks noGrp="1"/>
              </p:cNvGraphicFramePr>
              <p:nvPr>
                <p:extLst>
                  <p:ext uri="{D42A27DB-BD31-4B8C-83A1-F6EECF244321}">
                    <p14:modId xmlns:p14="http://schemas.microsoft.com/office/powerpoint/2010/main" val="4153585381"/>
                  </p:ext>
                </p:extLst>
              </p:nvPr>
            </p:nvGraphicFramePr>
            <p:xfrm>
              <a:off x="120301" y="3227154"/>
              <a:ext cx="6572480" cy="4864199"/>
            </p:xfrm>
            <a:graphic>
              <a:graphicData uri="http://schemas.openxmlformats.org/drawingml/2006/table">
                <a:tbl>
                  <a:tblPr firstRow="1" bandRow="1">
                    <a:tableStyleId>{5940675A-B579-460E-94D1-54222C63F5DA}</a:tableStyleId>
                  </a:tblPr>
                  <a:tblGrid>
                    <a:gridCol w="1314496">
                      <a:extLst>
                        <a:ext uri="{9D8B030D-6E8A-4147-A177-3AD203B41FA5}">
                          <a16:colId xmlns:a16="http://schemas.microsoft.com/office/drawing/2014/main" val="3638032371"/>
                        </a:ext>
                      </a:extLst>
                    </a:gridCol>
                    <a:gridCol w="1314496">
                      <a:extLst>
                        <a:ext uri="{9D8B030D-6E8A-4147-A177-3AD203B41FA5}">
                          <a16:colId xmlns:a16="http://schemas.microsoft.com/office/drawing/2014/main" val="1546733049"/>
                        </a:ext>
                      </a:extLst>
                    </a:gridCol>
                    <a:gridCol w="1314496">
                      <a:extLst>
                        <a:ext uri="{9D8B030D-6E8A-4147-A177-3AD203B41FA5}">
                          <a16:colId xmlns:a16="http://schemas.microsoft.com/office/drawing/2014/main" val="4228866829"/>
                        </a:ext>
                      </a:extLst>
                    </a:gridCol>
                    <a:gridCol w="1314496">
                      <a:extLst>
                        <a:ext uri="{9D8B030D-6E8A-4147-A177-3AD203B41FA5}">
                          <a16:colId xmlns:a16="http://schemas.microsoft.com/office/drawing/2014/main" val="2649711867"/>
                        </a:ext>
                      </a:extLst>
                    </a:gridCol>
                    <a:gridCol w="1314496">
                      <a:extLst>
                        <a:ext uri="{9D8B030D-6E8A-4147-A177-3AD203B41FA5}">
                          <a16:colId xmlns:a16="http://schemas.microsoft.com/office/drawing/2014/main" val="1493840748"/>
                        </a:ext>
                      </a:extLst>
                    </a:gridCol>
                  </a:tblGrid>
                  <a:tr h="507302">
                    <a:tc>
                      <a:txBody>
                        <a:bodyPr/>
                        <a:lstStyle/>
                        <a:p>
                          <a:r>
                            <a:rPr lang="en-GB" sz="1200" dirty="0"/>
                            <a:t>a) </a:t>
                          </a:r>
                          <a14:m>
                            <m:oMath xmlns:m="http://schemas.openxmlformats.org/officeDocument/2006/math">
                              <m:r>
                                <a:rPr lang="en-GB" sz="1200" b="0" i="1" smtClean="0">
                                  <a:latin typeface="Cambria Math" panose="02040503050406030204" pitchFamily="18" charset="0"/>
                                </a:rPr>
                                <m:t>13+5</m:t>
                              </m:r>
                            </m:oMath>
                          </a14:m>
                          <a:endParaRPr lang="en-GB" sz="1200" dirty="0"/>
                        </a:p>
                      </a:txBody>
                      <a:tcPr anchor="ctr"/>
                    </a:tc>
                    <a:tc>
                      <a:txBody>
                        <a:bodyPr/>
                        <a:lstStyle/>
                        <a:p>
                          <a:r>
                            <a:rPr lang="en-GB" sz="1200" dirty="0"/>
                            <a:t>b) </a:t>
                          </a:r>
                          <a14:m>
                            <m:oMath xmlns:m="http://schemas.openxmlformats.org/officeDocument/2006/math">
                              <m:r>
                                <a:rPr lang="en-GB" sz="1200" b="0" i="1" smtClean="0">
                                  <a:latin typeface="Cambria Math" panose="02040503050406030204" pitchFamily="18" charset="0"/>
                                </a:rPr>
                                <m:t>15+3</m:t>
                              </m:r>
                            </m:oMath>
                          </a14:m>
                          <a:endParaRPr lang="en-GB" sz="1200" dirty="0"/>
                        </a:p>
                      </a:txBody>
                      <a:tcPr anchor="ctr"/>
                    </a:tc>
                    <a:tc>
                      <a:txBody>
                        <a:bodyPr/>
                        <a:lstStyle/>
                        <a:p>
                          <a:r>
                            <a:rPr lang="en-GB" sz="1200" dirty="0"/>
                            <a:t>c) </a:t>
                          </a:r>
                          <a14:m>
                            <m:oMath xmlns:m="http://schemas.openxmlformats.org/officeDocument/2006/math">
                              <m:r>
                                <a:rPr lang="en-GB" sz="1200" b="0" i="1" smtClean="0">
                                  <a:latin typeface="Cambria Math" panose="02040503050406030204" pitchFamily="18" charset="0"/>
                                </a:rPr>
                                <m:t>5+13</m:t>
                              </m:r>
                            </m:oMath>
                          </a14:m>
                          <a:endParaRPr lang="en-GB" sz="1200" dirty="0"/>
                        </a:p>
                      </a:txBody>
                      <a:tcPr anchor="ctr"/>
                    </a:tc>
                    <a:tc>
                      <a:txBody>
                        <a:bodyPr/>
                        <a:lstStyle/>
                        <a:p>
                          <a:r>
                            <a:rPr lang="en-GB" sz="1200" dirty="0"/>
                            <a:t>d) </a:t>
                          </a:r>
                          <a14:m>
                            <m:oMath xmlns:m="http://schemas.openxmlformats.org/officeDocument/2006/math">
                              <m:r>
                                <a:rPr lang="en-GB" sz="1200" b="0" i="1" smtClean="0">
                                  <a:latin typeface="Cambria Math" panose="02040503050406030204" pitchFamily="18" charset="0"/>
                                </a:rPr>
                                <m:t>17+2</m:t>
                              </m:r>
                            </m:oMath>
                          </a14:m>
                          <a:endParaRPr lang="en-GB" sz="1200" dirty="0"/>
                        </a:p>
                      </a:txBody>
                      <a:tcPr anchor="ctr"/>
                    </a:tc>
                    <a:tc>
                      <a:txBody>
                        <a:bodyPr/>
                        <a:lstStyle/>
                        <a:p>
                          <a:r>
                            <a:rPr lang="en-GB" sz="1200" dirty="0"/>
                            <a:t>e) </a:t>
                          </a:r>
                          <a14:m>
                            <m:oMath xmlns:m="http://schemas.openxmlformats.org/officeDocument/2006/math">
                              <m:r>
                                <a:rPr lang="en-GB" sz="1200" b="0" i="1" smtClean="0">
                                  <a:latin typeface="Cambria Math" panose="02040503050406030204" pitchFamily="18" charset="0"/>
                                </a:rPr>
                                <m:t>2+17</m:t>
                              </m:r>
                            </m:oMath>
                          </a14:m>
                          <a:endParaRPr lang="en-GB" sz="1200" dirty="0"/>
                        </a:p>
                      </a:txBody>
                      <a:tcPr anchor="ctr"/>
                    </a:tc>
                    <a:extLst>
                      <a:ext uri="{0D108BD9-81ED-4DB2-BD59-A6C34878D82A}">
                        <a16:rowId xmlns:a16="http://schemas.microsoft.com/office/drawing/2014/main" val="12596232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4077617919"/>
                      </a:ext>
                    </a:extLst>
                  </a:tr>
                  <a:tr h="543358">
                    <a:tc>
                      <a:txBody>
                        <a:bodyPr/>
                        <a:lstStyle/>
                        <a:p>
                          <a:r>
                            <a:rPr lang="en-GB" sz="1200" dirty="0"/>
                            <a:t>f) </a:t>
                          </a:r>
                          <a14:m>
                            <m:oMath xmlns:m="http://schemas.openxmlformats.org/officeDocument/2006/math">
                              <m:r>
                                <a:rPr lang="en-GB" sz="1200" b="0" i="1" smtClean="0">
                                  <a:latin typeface="Cambria Math" panose="02040503050406030204" pitchFamily="18" charset="0"/>
                                </a:rPr>
                                <m:t>13+24</m:t>
                              </m:r>
                            </m:oMath>
                          </a14:m>
                          <a:endParaRPr lang="en-GB" sz="1200" dirty="0"/>
                        </a:p>
                      </a:txBody>
                      <a:tcPr anchor="ctr"/>
                    </a:tc>
                    <a:tc>
                      <a:txBody>
                        <a:bodyPr/>
                        <a:lstStyle/>
                        <a:p>
                          <a:r>
                            <a:rPr lang="en-GB" sz="1200" dirty="0"/>
                            <a:t>g) </a:t>
                          </a:r>
                          <a14:m>
                            <m:oMath xmlns:m="http://schemas.openxmlformats.org/officeDocument/2006/math">
                              <m:r>
                                <a:rPr lang="en-GB" sz="1200" b="0" i="1" smtClean="0">
                                  <a:latin typeface="Cambria Math" panose="02040503050406030204" pitchFamily="18" charset="0"/>
                                </a:rPr>
                                <m:t>23+32</m:t>
                              </m:r>
                            </m:oMath>
                          </a14:m>
                          <a:endParaRPr lang="en-GB" sz="1200" dirty="0"/>
                        </a:p>
                      </a:txBody>
                      <a:tcPr anchor="ctr"/>
                    </a:tc>
                    <a:tc>
                      <a:txBody>
                        <a:bodyPr/>
                        <a:lstStyle/>
                        <a:p>
                          <a:r>
                            <a:rPr lang="en-GB" sz="1200" dirty="0"/>
                            <a:t>h) </a:t>
                          </a:r>
                          <a14:m>
                            <m:oMath xmlns:m="http://schemas.openxmlformats.org/officeDocument/2006/math">
                              <m:r>
                                <a:rPr lang="en-GB" sz="1200" b="0" i="1" smtClean="0">
                                  <a:latin typeface="Cambria Math" panose="02040503050406030204" pitchFamily="18" charset="0"/>
                                </a:rPr>
                                <m:t>23+5</m:t>
                              </m:r>
                            </m:oMath>
                          </a14:m>
                          <a:endParaRPr lang="en-GB" sz="1200" dirty="0"/>
                        </a:p>
                      </a:txBody>
                      <a:tcPr anchor="ctr"/>
                    </a:tc>
                    <a:tc>
                      <a:txBody>
                        <a:bodyPr/>
                        <a:lstStyle/>
                        <a:p>
                          <a:r>
                            <a:rPr lang="en-GB" sz="1200" dirty="0"/>
                            <a:t>i) </a:t>
                          </a:r>
                          <a14:m>
                            <m:oMath xmlns:m="http://schemas.openxmlformats.org/officeDocument/2006/math">
                              <m:r>
                                <a:rPr lang="en-GB" sz="1200" b="0" i="1" smtClean="0">
                                  <a:latin typeface="Cambria Math" panose="02040503050406030204" pitchFamily="18" charset="0"/>
                                </a:rPr>
                                <m:t>75+23</m:t>
                              </m:r>
                            </m:oMath>
                          </a14:m>
                          <a:endParaRPr lang="en-GB" sz="1200" dirty="0"/>
                        </a:p>
                      </a:txBody>
                      <a:tcPr anchor="ctr"/>
                    </a:tc>
                    <a:tc>
                      <a:txBody>
                        <a:bodyPr/>
                        <a:lstStyle/>
                        <a:p>
                          <a:r>
                            <a:rPr lang="en-GB" sz="1200" dirty="0"/>
                            <a:t>j)</a:t>
                          </a:r>
                          <a14:m>
                            <m:oMath xmlns:m="http://schemas.openxmlformats.org/officeDocument/2006/math">
                              <m:r>
                                <a:rPr lang="en-GB" sz="1200" b="0" i="1" smtClean="0">
                                  <a:latin typeface="Cambria Math" panose="02040503050406030204" pitchFamily="18" charset="0"/>
                                </a:rPr>
                                <m:t>19+20</m:t>
                              </m:r>
                            </m:oMath>
                          </a14:m>
                          <a:endParaRPr lang="en-GB" sz="1200" dirty="0"/>
                        </a:p>
                      </a:txBody>
                      <a:tcPr anchor="ctr"/>
                    </a:tc>
                    <a:extLst>
                      <a:ext uri="{0D108BD9-81ED-4DB2-BD59-A6C34878D82A}">
                        <a16:rowId xmlns:a16="http://schemas.microsoft.com/office/drawing/2014/main" val="3685955295"/>
                      </a:ext>
                    </a:extLst>
                  </a:tr>
                  <a:tr h="1126359">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2984162169"/>
                      </a:ext>
                    </a:extLst>
                  </a:tr>
                  <a:tr h="434462">
                    <a:tc>
                      <a:txBody>
                        <a:bodyPr/>
                        <a:lstStyle/>
                        <a:p>
                          <a:r>
                            <a:rPr lang="en-GB" sz="1200" dirty="0"/>
                            <a:t>k) </a:t>
                          </a:r>
                          <a14:m>
                            <m:oMath xmlns:m="http://schemas.openxmlformats.org/officeDocument/2006/math">
                              <m:r>
                                <a:rPr lang="en-GB" sz="1200" b="0" i="1" smtClean="0">
                                  <a:latin typeface="Cambria Math" panose="02040503050406030204" pitchFamily="18" charset="0"/>
                                </a:rPr>
                                <m:t>33+24</m:t>
                              </m:r>
                            </m:oMath>
                          </a14:m>
                          <a:endParaRPr lang="en-GB" sz="1200" dirty="0"/>
                        </a:p>
                      </a:txBody>
                      <a:tcPr anchor="ctr"/>
                    </a:tc>
                    <a:tc>
                      <a:txBody>
                        <a:bodyPr/>
                        <a:lstStyle/>
                        <a:p>
                          <a:r>
                            <a:rPr lang="en-GB" sz="1200" dirty="0"/>
                            <a:t>l)</a:t>
                          </a:r>
                          <a14:m>
                            <m:oMath xmlns:m="http://schemas.openxmlformats.org/officeDocument/2006/math">
                              <m:r>
                                <a:rPr lang="en-GB" sz="1200" b="0" i="1" smtClean="0">
                                  <a:latin typeface="Cambria Math" panose="02040503050406030204" pitchFamily="18" charset="0"/>
                                </a:rPr>
                                <m:t>33+32</m:t>
                              </m:r>
                            </m:oMath>
                          </a14:m>
                          <a:endParaRPr lang="en-GB" sz="1200" dirty="0"/>
                        </a:p>
                      </a:txBody>
                      <a:tcPr anchor="ctr"/>
                    </a:tc>
                    <a:tc>
                      <a:txBody>
                        <a:bodyPr/>
                        <a:lstStyle/>
                        <a:p>
                          <a:r>
                            <a:rPr lang="en-GB" sz="1200" dirty="0"/>
                            <a:t>m)</a:t>
                          </a:r>
                          <a14:m>
                            <m:oMath xmlns:m="http://schemas.openxmlformats.org/officeDocument/2006/math">
                              <m:r>
                                <a:rPr lang="en-GB" sz="1200" b="0" i="1" smtClean="0">
                                  <a:latin typeface="Cambria Math" panose="02040503050406030204" pitchFamily="18" charset="0"/>
                                </a:rPr>
                                <m:t>13+26</m:t>
                              </m:r>
                            </m:oMath>
                          </a14:m>
                          <a:endParaRPr lang="en-GB" sz="1200" dirty="0"/>
                        </a:p>
                      </a:txBody>
                      <a:tcPr anchor="ctr"/>
                    </a:tc>
                    <a:tc>
                      <a:txBody>
                        <a:bodyPr/>
                        <a:lstStyle/>
                        <a:p>
                          <a:r>
                            <a:rPr lang="en-GB" sz="1200" dirty="0"/>
                            <a:t>n)</a:t>
                          </a:r>
                          <a14:m>
                            <m:oMath xmlns:m="http://schemas.openxmlformats.org/officeDocument/2006/math">
                              <m:r>
                                <a:rPr lang="en-GB" sz="1200" b="0" i="1" smtClean="0">
                                  <a:latin typeface="Cambria Math" panose="02040503050406030204" pitchFamily="18" charset="0"/>
                                </a:rPr>
                                <m:t>75+12</m:t>
                              </m:r>
                            </m:oMath>
                          </a14:m>
                          <a:endParaRPr lang="en-GB" sz="1200" dirty="0"/>
                        </a:p>
                      </a:txBody>
                      <a:tcPr anchor="ctr"/>
                    </a:tc>
                    <a:tc>
                      <a:txBody>
                        <a:bodyPr/>
                        <a:lstStyle/>
                        <a:p>
                          <a:r>
                            <a:rPr lang="en-GB" sz="1200" dirty="0"/>
                            <a:t>o) </a:t>
                          </a:r>
                          <a14:m>
                            <m:oMath xmlns:m="http://schemas.openxmlformats.org/officeDocument/2006/math">
                              <m:r>
                                <a:rPr lang="en-GB" sz="1200" b="0" i="1" smtClean="0">
                                  <a:latin typeface="Cambria Math" panose="02040503050406030204" pitchFamily="18" charset="0"/>
                                </a:rPr>
                                <m:t>18+71</m:t>
                              </m:r>
                            </m:oMath>
                          </a14:m>
                          <a:endParaRPr lang="en-GB" sz="1200" dirty="0"/>
                        </a:p>
                      </a:txBody>
                      <a:tcPr anchor="ctr"/>
                    </a:tc>
                    <a:extLst>
                      <a:ext uri="{0D108BD9-81ED-4DB2-BD59-A6C34878D82A}">
                        <a16:rowId xmlns:a16="http://schemas.microsoft.com/office/drawing/2014/main" val="10818914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1326365422"/>
                      </a:ext>
                    </a:extLst>
                  </a:tr>
                </a:tbl>
              </a:graphicData>
            </a:graphic>
          </p:graphicFrame>
        </mc:Choice>
        <mc:Fallback xmlns="">
          <p:graphicFrame>
            <p:nvGraphicFramePr>
              <p:cNvPr id="8" name="Table 7">
                <a:extLst>
                  <a:ext uri="{FF2B5EF4-FFF2-40B4-BE49-F238E27FC236}">
                    <a16:creationId xmlns:a16="http://schemas.microsoft.com/office/drawing/2014/main" id="{0C413933-296D-4B8A-0EE7-517AD124A2D1}"/>
                  </a:ext>
                </a:extLst>
              </p:cNvPr>
              <p:cNvGraphicFramePr>
                <a:graphicFrameLocks noGrp="1"/>
              </p:cNvGraphicFramePr>
              <p:nvPr>
                <p:extLst>
                  <p:ext uri="{D42A27DB-BD31-4B8C-83A1-F6EECF244321}">
                    <p14:modId xmlns:p14="http://schemas.microsoft.com/office/powerpoint/2010/main" val="4153585381"/>
                  </p:ext>
                </p:extLst>
              </p:nvPr>
            </p:nvGraphicFramePr>
            <p:xfrm>
              <a:off x="120301" y="3227154"/>
              <a:ext cx="6572480" cy="4864199"/>
            </p:xfrm>
            <a:graphic>
              <a:graphicData uri="http://schemas.openxmlformats.org/drawingml/2006/table">
                <a:tbl>
                  <a:tblPr firstRow="1" bandRow="1">
                    <a:tableStyleId>{5940675A-B579-460E-94D1-54222C63F5DA}</a:tableStyleId>
                  </a:tblPr>
                  <a:tblGrid>
                    <a:gridCol w="1314496">
                      <a:extLst>
                        <a:ext uri="{9D8B030D-6E8A-4147-A177-3AD203B41FA5}">
                          <a16:colId xmlns:a16="http://schemas.microsoft.com/office/drawing/2014/main" val="3638032371"/>
                        </a:ext>
                      </a:extLst>
                    </a:gridCol>
                    <a:gridCol w="1314496">
                      <a:extLst>
                        <a:ext uri="{9D8B030D-6E8A-4147-A177-3AD203B41FA5}">
                          <a16:colId xmlns:a16="http://schemas.microsoft.com/office/drawing/2014/main" val="1546733049"/>
                        </a:ext>
                      </a:extLst>
                    </a:gridCol>
                    <a:gridCol w="1314496">
                      <a:extLst>
                        <a:ext uri="{9D8B030D-6E8A-4147-A177-3AD203B41FA5}">
                          <a16:colId xmlns:a16="http://schemas.microsoft.com/office/drawing/2014/main" val="4228866829"/>
                        </a:ext>
                      </a:extLst>
                    </a:gridCol>
                    <a:gridCol w="1314496">
                      <a:extLst>
                        <a:ext uri="{9D8B030D-6E8A-4147-A177-3AD203B41FA5}">
                          <a16:colId xmlns:a16="http://schemas.microsoft.com/office/drawing/2014/main" val="2649711867"/>
                        </a:ext>
                      </a:extLst>
                    </a:gridCol>
                    <a:gridCol w="1314496">
                      <a:extLst>
                        <a:ext uri="{9D8B030D-6E8A-4147-A177-3AD203B41FA5}">
                          <a16:colId xmlns:a16="http://schemas.microsoft.com/office/drawing/2014/main" val="1493840748"/>
                        </a:ext>
                      </a:extLst>
                    </a:gridCol>
                  </a:tblGrid>
                  <a:tr h="507302">
                    <a:tc>
                      <a:txBody>
                        <a:bodyPr/>
                        <a:lstStyle/>
                        <a:p>
                          <a:endParaRPr lang="en-US"/>
                        </a:p>
                      </a:txBody>
                      <a:tcPr anchor="ctr">
                        <a:blipFill>
                          <a:blip r:embed="rId3"/>
                          <a:stretch>
                            <a:fillRect l="-463" t="-1205" r="-400463" b="-865060"/>
                          </a:stretch>
                        </a:blipFill>
                      </a:tcPr>
                    </a:tc>
                    <a:tc>
                      <a:txBody>
                        <a:bodyPr/>
                        <a:lstStyle/>
                        <a:p>
                          <a:endParaRPr lang="en-US"/>
                        </a:p>
                      </a:txBody>
                      <a:tcPr anchor="ctr">
                        <a:blipFill>
                          <a:blip r:embed="rId3"/>
                          <a:stretch>
                            <a:fillRect l="-100463" t="-1205" r="-300463" b="-865060"/>
                          </a:stretch>
                        </a:blipFill>
                      </a:tcPr>
                    </a:tc>
                    <a:tc>
                      <a:txBody>
                        <a:bodyPr/>
                        <a:lstStyle/>
                        <a:p>
                          <a:endParaRPr lang="en-US"/>
                        </a:p>
                      </a:txBody>
                      <a:tcPr anchor="ctr">
                        <a:blipFill>
                          <a:blip r:embed="rId3"/>
                          <a:stretch>
                            <a:fillRect l="-201395" t="-1205" r="-201860" b="-865060"/>
                          </a:stretch>
                        </a:blipFill>
                      </a:tcPr>
                    </a:tc>
                    <a:tc>
                      <a:txBody>
                        <a:bodyPr/>
                        <a:lstStyle/>
                        <a:p>
                          <a:endParaRPr lang="en-US"/>
                        </a:p>
                      </a:txBody>
                      <a:tcPr anchor="ctr">
                        <a:blipFill>
                          <a:blip r:embed="rId3"/>
                          <a:stretch>
                            <a:fillRect l="-300000" t="-1205" r="-100926" b="-865060"/>
                          </a:stretch>
                        </a:blipFill>
                      </a:tcPr>
                    </a:tc>
                    <a:tc>
                      <a:txBody>
                        <a:bodyPr/>
                        <a:lstStyle/>
                        <a:p>
                          <a:endParaRPr lang="en-US"/>
                        </a:p>
                      </a:txBody>
                      <a:tcPr anchor="ctr">
                        <a:blipFill>
                          <a:blip r:embed="rId3"/>
                          <a:stretch>
                            <a:fillRect l="-400000" t="-1205" r="-926" b="-865060"/>
                          </a:stretch>
                        </a:blipFill>
                      </a:tcPr>
                    </a:tc>
                    <a:extLst>
                      <a:ext uri="{0D108BD9-81ED-4DB2-BD59-A6C34878D82A}">
                        <a16:rowId xmlns:a16="http://schemas.microsoft.com/office/drawing/2014/main" val="12596232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4077617919"/>
                      </a:ext>
                    </a:extLst>
                  </a:tr>
                  <a:tr h="543358">
                    <a:tc>
                      <a:txBody>
                        <a:bodyPr/>
                        <a:lstStyle/>
                        <a:p>
                          <a:endParaRPr lang="en-US"/>
                        </a:p>
                      </a:txBody>
                      <a:tcPr anchor="ctr">
                        <a:blipFill>
                          <a:blip r:embed="rId3"/>
                          <a:stretch>
                            <a:fillRect l="-463" t="-298889" r="-400463" b="-492222"/>
                          </a:stretch>
                        </a:blipFill>
                      </a:tcPr>
                    </a:tc>
                    <a:tc>
                      <a:txBody>
                        <a:bodyPr/>
                        <a:lstStyle/>
                        <a:p>
                          <a:endParaRPr lang="en-US"/>
                        </a:p>
                      </a:txBody>
                      <a:tcPr anchor="ctr">
                        <a:blipFill>
                          <a:blip r:embed="rId3"/>
                          <a:stretch>
                            <a:fillRect l="-100463" t="-298889" r="-300463" b="-492222"/>
                          </a:stretch>
                        </a:blipFill>
                      </a:tcPr>
                    </a:tc>
                    <a:tc>
                      <a:txBody>
                        <a:bodyPr/>
                        <a:lstStyle/>
                        <a:p>
                          <a:endParaRPr lang="en-US"/>
                        </a:p>
                      </a:txBody>
                      <a:tcPr anchor="ctr">
                        <a:blipFill>
                          <a:blip r:embed="rId3"/>
                          <a:stretch>
                            <a:fillRect l="-201395" t="-298889" r="-201860" b="-492222"/>
                          </a:stretch>
                        </a:blipFill>
                      </a:tcPr>
                    </a:tc>
                    <a:tc>
                      <a:txBody>
                        <a:bodyPr/>
                        <a:lstStyle/>
                        <a:p>
                          <a:endParaRPr lang="en-US"/>
                        </a:p>
                      </a:txBody>
                      <a:tcPr anchor="ctr">
                        <a:blipFill>
                          <a:blip r:embed="rId3"/>
                          <a:stretch>
                            <a:fillRect l="-300000" t="-298889" r="-100926" b="-492222"/>
                          </a:stretch>
                        </a:blipFill>
                      </a:tcPr>
                    </a:tc>
                    <a:tc>
                      <a:txBody>
                        <a:bodyPr/>
                        <a:lstStyle/>
                        <a:p>
                          <a:endParaRPr lang="en-US"/>
                        </a:p>
                      </a:txBody>
                      <a:tcPr anchor="ctr">
                        <a:blipFill>
                          <a:blip r:embed="rId3"/>
                          <a:stretch>
                            <a:fillRect l="-400000" t="-298889" r="-926" b="-492222"/>
                          </a:stretch>
                        </a:blipFill>
                      </a:tcPr>
                    </a:tc>
                    <a:extLst>
                      <a:ext uri="{0D108BD9-81ED-4DB2-BD59-A6C34878D82A}">
                        <a16:rowId xmlns:a16="http://schemas.microsoft.com/office/drawing/2014/main" val="3685955295"/>
                      </a:ext>
                    </a:extLst>
                  </a:tr>
                  <a:tr h="1126359">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2984162169"/>
                      </a:ext>
                    </a:extLst>
                  </a:tr>
                  <a:tr h="434462">
                    <a:tc>
                      <a:txBody>
                        <a:bodyPr/>
                        <a:lstStyle/>
                        <a:p>
                          <a:endParaRPr lang="en-US"/>
                        </a:p>
                      </a:txBody>
                      <a:tcPr anchor="ctr">
                        <a:blipFill>
                          <a:blip r:embed="rId3"/>
                          <a:stretch>
                            <a:fillRect l="-463" t="-766197" r="-400463" b="-263380"/>
                          </a:stretch>
                        </a:blipFill>
                      </a:tcPr>
                    </a:tc>
                    <a:tc>
                      <a:txBody>
                        <a:bodyPr/>
                        <a:lstStyle/>
                        <a:p>
                          <a:endParaRPr lang="en-US"/>
                        </a:p>
                      </a:txBody>
                      <a:tcPr anchor="ctr">
                        <a:blipFill>
                          <a:blip r:embed="rId3"/>
                          <a:stretch>
                            <a:fillRect l="-100463" t="-766197" r="-300463" b="-263380"/>
                          </a:stretch>
                        </a:blipFill>
                      </a:tcPr>
                    </a:tc>
                    <a:tc>
                      <a:txBody>
                        <a:bodyPr/>
                        <a:lstStyle/>
                        <a:p>
                          <a:endParaRPr lang="en-US"/>
                        </a:p>
                      </a:txBody>
                      <a:tcPr anchor="ctr">
                        <a:blipFill>
                          <a:blip r:embed="rId3"/>
                          <a:stretch>
                            <a:fillRect l="-201395" t="-766197" r="-201860" b="-263380"/>
                          </a:stretch>
                        </a:blipFill>
                      </a:tcPr>
                    </a:tc>
                    <a:tc>
                      <a:txBody>
                        <a:bodyPr/>
                        <a:lstStyle/>
                        <a:p>
                          <a:endParaRPr lang="en-US"/>
                        </a:p>
                      </a:txBody>
                      <a:tcPr anchor="ctr">
                        <a:blipFill>
                          <a:blip r:embed="rId3"/>
                          <a:stretch>
                            <a:fillRect l="-300000" t="-766197" r="-100926" b="-263380"/>
                          </a:stretch>
                        </a:blipFill>
                      </a:tcPr>
                    </a:tc>
                    <a:tc>
                      <a:txBody>
                        <a:bodyPr/>
                        <a:lstStyle/>
                        <a:p>
                          <a:endParaRPr lang="en-US"/>
                        </a:p>
                      </a:txBody>
                      <a:tcPr anchor="ctr">
                        <a:blipFill>
                          <a:blip r:embed="rId3"/>
                          <a:stretch>
                            <a:fillRect l="-400000" t="-766197" r="-926" b="-263380"/>
                          </a:stretch>
                        </a:blipFill>
                      </a:tcPr>
                    </a:tc>
                    <a:extLst>
                      <a:ext uri="{0D108BD9-81ED-4DB2-BD59-A6C34878D82A}">
                        <a16:rowId xmlns:a16="http://schemas.microsoft.com/office/drawing/2014/main" val="10818914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1326365422"/>
                      </a:ext>
                    </a:extLst>
                  </a:tr>
                </a:tbl>
              </a:graphicData>
            </a:graphic>
          </p:graphicFrame>
        </mc:Fallback>
      </mc:AlternateContent>
    </p:spTree>
    <p:extLst>
      <p:ext uri="{BB962C8B-B14F-4D97-AF65-F5344CB8AC3E}">
        <p14:creationId xmlns:p14="http://schemas.microsoft.com/office/powerpoint/2010/main" val="3320072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0C1D09-CA9B-577A-60D2-4B7BD6084CAE}"/>
              </a:ext>
            </a:extLst>
          </p:cNvPr>
          <p:cNvSpPr/>
          <p:nvPr/>
        </p:nvSpPr>
        <p:spPr>
          <a:xfrm>
            <a:off x="1644986" y="2149298"/>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3047FB35-5842-EDE3-2699-BECE7B391EFC}"/>
              </a:ext>
            </a:extLst>
          </p:cNvPr>
          <p:cNvSpPr/>
          <p:nvPr/>
        </p:nvSpPr>
        <p:spPr>
          <a:xfrm>
            <a:off x="3503133" y="2149298"/>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1117AF76-B7BB-DFD7-6F88-E687548C7921}"/>
              </a:ext>
            </a:extLst>
          </p:cNvPr>
          <p:cNvSpPr/>
          <p:nvPr/>
        </p:nvSpPr>
        <p:spPr>
          <a:xfrm>
            <a:off x="5318428" y="2165482"/>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31BA3C0-9187-857A-4C05-B8D76CF80607}"/>
              </a:ext>
            </a:extLst>
          </p:cNvPr>
          <p:cNvSpPr/>
          <p:nvPr/>
        </p:nvSpPr>
        <p:spPr>
          <a:xfrm>
            <a:off x="120512" y="101993"/>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Setting out and adding three-digit integers using column method involving exchanges </a:t>
            </a:r>
            <a:endParaRPr lang="en-GB" sz="1200">
              <a:solidFill>
                <a:schemeClr val="bg1"/>
              </a:solidFill>
            </a:endParaRPr>
          </a:p>
        </p:txBody>
      </p:sp>
      <p:sp>
        <p:nvSpPr>
          <p:cNvPr id="6" name="Rectangle 5">
            <a:extLst>
              <a:ext uri="{FF2B5EF4-FFF2-40B4-BE49-F238E27FC236}">
                <a16:creationId xmlns:a16="http://schemas.microsoft.com/office/drawing/2014/main" id="{6BE8DA9D-55C6-EDBD-3B9A-14027B51EE69}"/>
              </a:ext>
            </a:extLst>
          </p:cNvPr>
          <p:cNvSpPr/>
          <p:nvPr/>
        </p:nvSpPr>
        <p:spPr>
          <a:xfrm>
            <a:off x="98857" y="278969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7" name="TextBox 6">
            <a:extLst>
              <a:ext uri="{FF2B5EF4-FFF2-40B4-BE49-F238E27FC236}">
                <a16:creationId xmlns:a16="http://schemas.microsoft.com/office/drawing/2014/main" id="{5456F4D8-EBA0-0EBA-D8D2-609B5D345BD6}"/>
              </a:ext>
            </a:extLst>
          </p:cNvPr>
          <p:cNvSpPr txBox="1"/>
          <p:nvPr/>
        </p:nvSpPr>
        <p:spPr>
          <a:xfrm>
            <a:off x="1283339" y="2822647"/>
            <a:ext cx="3368166" cy="276999"/>
          </a:xfrm>
          <a:prstGeom prst="rect">
            <a:avLst/>
          </a:prstGeom>
          <a:noFill/>
        </p:spPr>
        <p:txBody>
          <a:bodyPr wrap="none" rtlCol="0">
            <a:spAutoFit/>
          </a:bodyPr>
          <a:lstStyle/>
          <a:p>
            <a:r>
              <a:rPr lang="en-US" sz="1200"/>
              <a:t>1. Add the following integers using column method</a:t>
            </a:r>
            <a:endParaRPr lang="en-GB" sz="1200"/>
          </a:p>
        </p:txBody>
      </p:sp>
      <p:sp>
        <p:nvSpPr>
          <p:cNvPr id="8" name="TextBox 7">
            <a:extLst>
              <a:ext uri="{FF2B5EF4-FFF2-40B4-BE49-F238E27FC236}">
                <a16:creationId xmlns:a16="http://schemas.microsoft.com/office/drawing/2014/main" id="{7B234D46-2C6C-3C6D-1BA9-97153A3AE511}"/>
              </a:ext>
            </a:extLst>
          </p:cNvPr>
          <p:cNvSpPr txBox="1"/>
          <p:nvPr/>
        </p:nvSpPr>
        <p:spPr>
          <a:xfrm>
            <a:off x="5131360" y="298983"/>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9 - You do…</a:t>
            </a:r>
          </a:p>
        </p:txBody>
      </p:sp>
      <p:sp>
        <p:nvSpPr>
          <p:cNvPr id="9" name="TextBox 8">
            <a:extLst>
              <a:ext uri="{FF2B5EF4-FFF2-40B4-BE49-F238E27FC236}">
                <a16:creationId xmlns:a16="http://schemas.microsoft.com/office/drawing/2014/main" id="{A0B31E43-2072-A697-757C-26CC57BF27B4}"/>
              </a:ext>
            </a:extLst>
          </p:cNvPr>
          <p:cNvSpPr txBox="1"/>
          <p:nvPr/>
        </p:nvSpPr>
        <p:spPr>
          <a:xfrm>
            <a:off x="3332777" y="301958"/>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8 - We do…</a:t>
            </a:r>
          </a:p>
        </p:txBody>
      </p:sp>
      <p:sp>
        <p:nvSpPr>
          <p:cNvPr id="10" name="TextBox 9">
            <a:extLst>
              <a:ext uri="{FF2B5EF4-FFF2-40B4-BE49-F238E27FC236}">
                <a16:creationId xmlns:a16="http://schemas.microsoft.com/office/drawing/2014/main" id="{7E17BEFF-58C6-F787-2B08-1FCB722899FB}"/>
              </a:ext>
            </a:extLst>
          </p:cNvPr>
          <p:cNvSpPr txBox="1"/>
          <p:nvPr/>
        </p:nvSpPr>
        <p:spPr>
          <a:xfrm>
            <a:off x="1513076" y="329688"/>
            <a:ext cx="130850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7 - I do…</a:t>
            </a:r>
          </a:p>
        </p:txBody>
      </p:sp>
      <p:graphicFrame>
        <p:nvGraphicFramePr>
          <p:cNvPr id="11" name="Table 10">
            <a:extLst>
              <a:ext uri="{FF2B5EF4-FFF2-40B4-BE49-F238E27FC236}">
                <a16:creationId xmlns:a16="http://schemas.microsoft.com/office/drawing/2014/main" id="{B886D1F9-8A1F-3F17-452C-7B859EACBF53}"/>
              </a:ext>
            </a:extLst>
          </p:cNvPr>
          <p:cNvGraphicFramePr>
            <a:graphicFrameLocks noGrp="1"/>
          </p:cNvGraphicFramePr>
          <p:nvPr>
            <p:extLst>
              <p:ext uri="{D42A27DB-BD31-4B8C-83A1-F6EECF244321}">
                <p14:modId xmlns:p14="http://schemas.microsoft.com/office/powerpoint/2010/main" val="3888625814"/>
              </p:ext>
            </p:extLst>
          </p:nvPr>
        </p:nvGraphicFramePr>
        <p:xfrm>
          <a:off x="120511" y="591261"/>
          <a:ext cx="6675967" cy="2774023"/>
        </p:xfrm>
        <a:graphic>
          <a:graphicData uri="http://schemas.openxmlformats.org/drawingml/2006/table">
            <a:tbl>
              <a:tblPr firstRow="1" bandRow="1">
                <a:tableStyleId>{5C22544A-7EE6-4342-B048-85BDC9FD1C3A}</a:tableStyleId>
              </a:tblPr>
              <a:tblGrid>
                <a:gridCol w="1323278">
                  <a:extLst>
                    <a:ext uri="{9D8B030D-6E8A-4147-A177-3AD203B41FA5}">
                      <a16:colId xmlns:a16="http://schemas.microsoft.com/office/drawing/2014/main" val="1568142362"/>
                    </a:ext>
                  </a:extLst>
                </a:gridCol>
                <a:gridCol w="1764632">
                  <a:extLst>
                    <a:ext uri="{9D8B030D-6E8A-4147-A177-3AD203B41FA5}">
                      <a16:colId xmlns:a16="http://schemas.microsoft.com/office/drawing/2014/main" val="3551711160"/>
                    </a:ext>
                  </a:extLst>
                </a:gridCol>
                <a:gridCol w="1762832">
                  <a:extLst>
                    <a:ext uri="{9D8B030D-6E8A-4147-A177-3AD203B41FA5}">
                      <a16:colId xmlns:a16="http://schemas.microsoft.com/office/drawing/2014/main" val="1712497518"/>
                    </a:ext>
                  </a:extLst>
                </a:gridCol>
                <a:gridCol w="1825225">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88325">
                <a:tc>
                  <a:txBody>
                    <a:bodyPr/>
                    <a:lstStyle/>
                    <a:p>
                      <a:pPr marL="0" indent="0">
                        <a:buNone/>
                      </a:pPr>
                      <a:r>
                        <a:rPr lang="en-US" sz="1100">
                          <a:solidFill>
                            <a:schemeClr val="tx1"/>
                          </a:solidFill>
                        </a:rPr>
                        <a:t>1. Line up numbers in the correct 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2460">
                <a:tc>
                  <a:txBody>
                    <a:bodyPr/>
                    <a:lstStyle/>
                    <a:p>
                      <a:r>
                        <a:rPr lang="en-GB" sz="1100">
                          <a:solidFill>
                            <a:schemeClr val="tx1"/>
                          </a:solidFill>
                        </a:rPr>
                        <a:t>2. Add each column starting with the lowest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32460">
                <a:tc>
                  <a:txBody>
                    <a:bodyPr/>
                    <a:lstStyle/>
                    <a:p>
                      <a:r>
                        <a:rPr lang="en-GB" sz="1100">
                          <a:solidFill>
                            <a:schemeClr val="tx1"/>
                          </a:solidFill>
                        </a:rPr>
                        <a:t>3. Write how many groups of ten are exchanged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81791248"/>
                  </a:ext>
                </a:extLst>
              </a:tr>
              <a:tr h="444976">
                <a:tc>
                  <a:txBody>
                    <a:bodyPr/>
                    <a:lstStyle/>
                    <a:p>
                      <a:r>
                        <a:rPr lang="en-GB" sz="1100" dirty="0">
                          <a:solidFill>
                            <a:schemeClr val="tx1"/>
                          </a:solidFill>
                        </a:rPr>
                        <a:t>4. Add this to your next column and repeat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240420541"/>
                  </a:ext>
                </a:extLst>
              </a:tr>
            </a:tbl>
          </a:graphicData>
        </a:graphic>
      </p:graphicFrame>
      <p:sp>
        <p:nvSpPr>
          <p:cNvPr id="12" name="TextBox 11">
            <a:extLst>
              <a:ext uri="{FF2B5EF4-FFF2-40B4-BE49-F238E27FC236}">
                <a16:creationId xmlns:a16="http://schemas.microsoft.com/office/drawing/2014/main" id="{82CC86F6-3ADF-C05B-FEA5-71AE8B3E1896}"/>
              </a:ext>
            </a:extLst>
          </p:cNvPr>
          <p:cNvSpPr txBox="1"/>
          <p:nvPr/>
        </p:nvSpPr>
        <p:spPr>
          <a:xfrm>
            <a:off x="1443709" y="609814"/>
            <a:ext cx="1515287" cy="276999"/>
          </a:xfrm>
          <a:prstGeom prst="rect">
            <a:avLst/>
          </a:prstGeom>
          <a:noFill/>
        </p:spPr>
        <p:txBody>
          <a:bodyPr wrap="none" rtlCol="0">
            <a:spAutoFit/>
          </a:bodyPr>
          <a:lstStyle/>
          <a:p>
            <a:r>
              <a:rPr lang="en-US" sz="1200"/>
              <a:t>   Calculate 425 + 878</a:t>
            </a:r>
            <a:endParaRPr lang="en-GB" sz="1200"/>
          </a:p>
        </p:txBody>
      </p:sp>
      <p:sp>
        <p:nvSpPr>
          <p:cNvPr id="13" name="TextBox 12">
            <a:extLst>
              <a:ext uri="{FF2B5EF4-FFF2-40B4-BE49-F238E27FC236}">
                <a16:creationId xmlns:a16="http://schemas.microsoft.com/office/drawing/2014/main" id="{E99E5B79-1D72-53B8-C3D5-94CD3156A1AA}"/>
              </a:ext>
            </a:extLst>
          </p:cNvPr>
          <p:cNvSpPr txBox="1"/>
          <p:nvPr/>
        </p:nvSpPr>
        <p:spPr>
          <a:xfrm>
            <a:off x="3320244" y="608879"/>
            <a:ext cx="1330942" cy="276999"/>
          </a:xfrm>
          <a:prstGeom prst="rect">
            <a:avLst/>
          </a:prstGeom>
          <a:noFill/>
        </p:spPr>
        <p:txBody>
          <a:bodyPr wrap="none" rtlCol="0">
            <a:spAutoFit/>
          </a:bodyPr>
          <a:lstStyle/>
          <a:p>
            <a:r>
              <a:rPr lang="en-US" sz="1200"/>
              <a:t>Calculate 248 + 67</a:t>
            </a:r>
            <a:endParaRPr lang="en-GB" sz="1200"/>
          </a:p>
        </p:txBody>
      </p:sp>
      <p:sp>
        <p:nvSpPr>
          <p:cNvPr id="14" name="TextBox 13">
            <a:extLst>
              <a:ext uri="{FF2B5EF4-FFF2-40B4-BE49-F238E27FC236}">
                <a16:creationId xmlns:a16="http://schemas.microsoft.com/office/drawing/2014/main" id="{18451E77-449A-B6DC-6B2F-78BE00BDFD20}"/>
              </a:ext>
            </a:extLst>
          </p:cNvPr>
          <p:cNvSpPr txBox="1"/>
          <p:nvPr/>
        </p:nvSpPr>
        <p:spPr>
          <a:xfrm>
            <a:off x="5114503" y="591261"/>
            <a:ext cx="1577354" cy="276999"/>
          </a:xfrm>
          <a:prstGeom prst="rect">
            <a:avLst/>
          </a:prstGeom>
          <a:noFill/>
        </p:spPr>
        <p:txBody>
          <a:bodyPr wrap="square" rtlCol="0">
            <a:spAutoFit/>
          </a:bodyPr>
          <a:lstStyle/>
          <a:p>
            <a:r>
              <a:rPr lang="en-US" sz="1200"/>
              <a:t>Calculate 455 + 775</a:t>
            </a:r>
            <a:endParaRPr lang="en-GB" sz="1200"/>
          </a:p>
        </p:txBody>
      </p:sp>
      <p:sp>
        <p:nvSpPr>
          <p:cNvPr id="15" name="Rectangle 14">
            <a:extLst>
              <a:ext uri="{FF2B5EF4-FFF2-40B4-BE49-F238E27FC236}">
                <a16:creationId xmlns:a16="http://schemas.microsoft.com/office/drawing/2014/main" id="{9D2E6C87-A19D-6BB2-621A-855A2E38E455}"/>
              </a:ext>
            </a:extLst>
          </p:cNvPr>
          <p:cNvSpPr/>
          <p:nvPr/>
        </p:nvSpPr>
        <p:spPr>
          <a:xfrm>
            <a:off x="1824545" y="2894247"/>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8975295-2EB7-28E4-2CD6-76A0696F1EC4}"/>
              </a:ext>
            </a:extLst>
          </p:cNvPr>
          <p:cNvSpPr/>
          <p:nvPr/>
        </p:nvSpPr>
        <p:spPr>
          <a:xfrm>
            <a:off x="3618524" y="2894247"/>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45F0F0AF-F6A7-9347-0A02-55E8B464A61A}"/>
              </a:ext>
            </a:extLst>
          </p:cNvPr>
          <p:cNvSpPr/>
          <p:nvPr/>
        </p:nvSpPr>
        <p:spPr>
          <a:xfrm>
            <a:off x="5449861" y="2894389"/>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0040960D-14BD-D51C-2BD0-2E0E4409F226}"/>
              </a:ext>
            </a:extLst>
          </p:cNvPr>
          <p:cNvSpPr/>
          <p:nvPr/>
        </p:nvSpPr>
        <p:spPr>
          <a:xfrm>
            <a:off x="69362" y="341649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9" name="TextBox 18">
            <a:extLst>
              <a:ext uri="{FF2B5EF4-FFF2-40B4-BE49-F238E27FC236}">
                <a16:creationId xmlns:a16="http://schemas.microsoft.com/office/drawing/2014/main" id="{0C5A0792-B67C-381A-BC52-C35A20BEF97F}"/>
              </a:ext>
            </a:extLst>
          </p:cNvPr>
          <p:cNvSpPr txBox="1"/>
          <p:nvPr/>
        </p:nvSpPr>
        <p:spPr>
          <a:xfrm>
            <a:off x="1280315" y="3487874"/>
            <a:ext cx="3446713" cy="276999"/>
          </a:xfrm>
          <a:prstGeom prst="rect">
            <a:avLst/>
          </a:prstGeom>
          <a:noFill/>
        </p:spPr>
        <p:txBody>
          <a:bodyPr wrap="none" rtlCol="0">
            <a:spAutoFit/>
          </a:bodyPr>
          <a:lstStyle/>
          <a:p>
            <a:r>
              <a:rPr lang="en-US" sz="1200"/>
              <a:t>2. Add the following integers using column method</a:t>
            </a:r>
            <a:endParaRPr lang="en-GB" sz="1200"/>
          </a:p>
        </p:txBody>
      </p:sp>
      <p:sp>
        <p:nvSpPr>
          <p:cNvPr id="26" name="Slide Number Placeholder 25">
            <a:extLst>
              <a:ext uri="{FF2B5EF4-FFF2-40B4-BE49-F238E27FC236}">
                <a16:creationId xmlns:a16="http://schemas.microsoft.com/office/drawing/2014/main" id="{C753A63B-6F43-5CDE-DFD0-ED3725437237}"/>
              </a:ext>
            </a:extLst>
          </p:cNvPr>
          <p:cNvSpPr>
            <a:spLocks noGrp="1"/>
          </p:cNvSpPr>
          <p:nvPr>
            <p:ph type="sldNum" sz="quarter" idx="12"/>
          </p:nvPr>
        </p:nvSpPr>
        <p:spPr>
          <a:xfrm>
            <a:off x="5253428" y="9286923"/>
            <a:ext cx="1543050" cy="527403"/>
          </a:xfrm>
        </p:spPr>
        <p:txBody>
          <a:bodyPr/>
          <a:lstStyle/>
          <a:p>
            <a:fld id="{086C3A38-D272-42AA-9C88-F1FBEAE20D2C}" type="slidenum">
              <a:rPr lang="en-GB" smtClean="0"/>
              <a:t>3</a:t>
            </a:fld>
            <a:endParaRPr lang="en-GB"/>
          </a:p>
        </p:txBody>
      </p:sp>
      <p:sp>
        <p:nvSpPr>
          <p:cNvPr id="27" name="Rectangle 26">
            <a:extLst>
              <a:ext uri="{FF2B5EF4-FFF2-40B4-BE49-F238E27FC236}">
                <a16:creationId xmlns:a16="http://schemas.microsoft.com/office/drawing/2014/main" id="{CE911E34-712D-B2BB-CAC4-0C3859695C44}"/>
              </a:ext>
            </a:extLst>
          </p:cNvPr>
          <p:cNvSpPr/>
          <p:nvPr/>
        </p:nvSpPr>
        <p:spPr>
          <a:xfrm>
            <a:off x="78856" y="3812242"/>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1085ABF5-4F15-0846-835C-94906C50E745}"/>
              </a:ext>
            </a:extLst>
          </p:cNvPr>
          <p:cNvSpPr txBox="1"/>
          <p:nvPr/>
        </p:nvSpPr>
        <p:spPr>
          <a:xfrm>
            <a:off x="126649" y="3821732"/>
            <a:ext cx="1106393" cy="276999"/>
          </a:xfrm>
          <a:prstGeom prst="rect">
            <a:avLst/>
          </a:prstGeom>
          <a:noFill/>
        </p:spPr>
        <p:txBody>
          <a:bodyPr wrap="none" rtlCol="0">
            <a:spAutoFit/>
          </a:bodyPr>
          <a:lstStyle/>
          <a:p>
            <a:r>
              <a:rPr lang="en-US" sz="1200" dirty="0"/>
              <a:t>a) 352 + 451 =</a:t>
            </a:r>
            <a:r>
              <a:rPr lang="en-US" sz="1200" dirty="0">
                <a:solidFill>
                  <a:srgbClr val="FF0000"/>
                </a:solidFill>
              </a:rPr>
              <a:t> </a:t>
            </a:r>
            <a:endParaRPr lang="en-GB" sz="1200" dirty="0"/>
          </a:p>
        </p:txBody>
      </p:sp>
      <p:sp>
        <p:nvSpPr>
          <p:cNvPr id="29" name="Rectangle 28">
            <a:extLst>
              <a:ext uri="{FF2B5EF4-FFF2-40B4-BE49-F238E27FC236}">
                <a16:creationId xmlns:a16="http://schemas.microsoft.com/office/drawing/2014/main" id="{858FCDB0-125F-1260-4ACE-57364F618335}"/>
              </a:ext>
            </a:extLst>
          </p:cNvPr>
          <p:cNvSpPr/>
          <p:nvPr/>
        </p:nvSpPr>
        <p:spPr>
          <a:xfrm>
            <a:off x="2333593" y="3821733"/>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4C6FD902-CA0E-2208-E8CD-56C55166927E}"/>
              </a:ext>
            </a:extLst>
          </p:cNvPr>
          <p:cNvSpPr txBox="1"/>
          <p:nvPr/>
        </p:nvSpPr>
        <p:spPr>
          <a:xfrm>
            <a:off x="2381386" y="3831223"/>
            <a:ext cx="1112805" cy="276999"/>
          </a:xfrm>
          <a:prstGeom prst="rect">
            <a:avLst/>
          </a:prstGeom>
          <a:noFill/>
        </p:spPr>
        <p:txBody>
          <a:bodyPr wrap="none" rtlCol="0">
            <a:spAutoFit/>
          </a:bodyPr>
          <a:lstStyle/>
          <a:p>
            <a:r>
              <a:rPr lang="en-US" sz="1200" dirty="0"/>
              <a:t>b) 255 + 182 =</a:t>
            </a:r>
            <a:r>
              <a:rPr lang="en-US" sz="1200" dirty="0">
                <a:solidFill>
                  <a:srgbClr val="FF0000"/>
                </a:solidFill>
              </a:rPr>
              <a:t> </a:t>
            </a:r>
            <a:endParaRPr lang="en-GB" sz="1200" dirty="0"/>
          </a:p>
        </p:txBody>
      </p:sp>
      <p:sp>
        <p:nvSpPr>
          <p:cNvPr id="31" name="Rectangle 30">
            <a:extLst>
              <a:ext uri="{FF2B5EF4-FFF2-40B4-BE49-F238E27FC236}">
                <a16:creationId xmlns:a16="http://schemas.microsoft.com/office/drawing/2014/main" id="{60722B86-0807-205B-3D0C-A13EA58E1575}"/>
              </a:ext>
            </a:extLst>
          </p:cNvPr>
          <p:cNvSpPr/>
          <p:nvPr/>
        </p:nvSpPr>
        <p:spPr>
          <a:xfrm>
            <a:off x="4601206" y="3812242"/>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12E739D0-0E77-71D8-87EF-4410B7B113B0}"/>
              </a:ext>
            </a:extLst>
          </p:cNvPr>
          <p:cNvSpPr txBox="1"/>
          <p:nvPr/>
        </p:nvSpPr>
        <p:spPr>
          <a:xfrm>
            <a:off x="4648999" y="3821732"/>
            <a:ext cx="1098378" cy="276999"/>
          </a:xfrm>
          <a:prstGeom prst="rect">
            <a:avLst/>
          </a:prstGeom>
          <a:noFill/>
        </p:spPr>
        <p:txBody>
          <a:bodyPr wrap="none" rtlCol="0">
            <a:spAutoFit/>
          </a:bodyPr>
          <a:lstStyle/>
          <a:p>
            <a:r>
              <a:rPr lang="en-US" sz="1200" dirty="0"/>
              <a:t>c) 458 + 379 =</a:t>
            </a:r>
            <a:r>
              <a:rPr lang="en-US" sz="1200" dirty="0">
                <a:solidFill>
                  <a:srgbClr val="FF0000"/>
                </a:solidFill>
              </a:rPr>
              <a:t> </a:t>
            </a:r>
            <a:endParaRPr lang="en-GB" sz="1200" dirty="0"/>
          </a:p>
        </p:txBody>
      </p:sp>
      <p:sp>
        <p:nvSpPr>
          <p:cNvPr id="33" name="Rectangle 32">
            <a:extLst>
              <a:ext uri="{FF2B5EF4-FFF2-40B4-BE49-F238E27FC236}">
                <a16:creationId xmlns:a16="http://schemas.microsoft.com/office/drawing/2014/main" id="{22A7A4BC-E823-61D3-6257-009F9C04DD14}"/>
              </a:ext>
            </a:extLst>
          </p:cNvPr>
          <p:cNvSpPr/>
          <p:nvPr/>
        </p:nvSpPr>
        <p:spPr>
          <a:xfrm>
            <a:off x="78856" y="5839770"/>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353B520C-2BBE-0C4E-F702-B993CF998A8B}"/>
              </a:ext>
            </a:extLst>
          </p:cNvPr>
          <p:cNvSpPr txBox="1"/>
          <p:nvPr/>
        </p:nvSpPr>
        <p:spPr>
          <a:xfrm>
            <a:off x="126649" y="5849261"/>
            <a:ext cx="1034257" cy="276999"/>
          </a:xfrm>
          <a:prstGeom prst="rect">
            <a:avLst/>
          </a:prstGeom>
          <a:noFill/>
        </p:spPr>
        <p:txBody>
          <a:bodyPr wrap="none" rtlCol="0">
            <a:spAutoFit/>
          </a:bodyPr>
          <a:lstStyle/>
          <a:p>
            <a:r>
              <a:rPr lang="en-US" sz="1200" dirty="0"/>
              <a:t>d) 356 + 45 = </a:t>
            </a:r>
            <a:endParaRPr lang="en-GB" sz="1200" dirty="0"/>
          </a:p>
        </p:txBody>
      </p:sp>
      <p:sp>
        <p:nvSpPr>
          <p:cNvPr id="35" name="Rectangle 34">
            <a:extLst>
              <a:ext uri="{FF2B5EF4-FFF2-40B4-BE49-F238E27FC236}">
                <a16:creationId xmlns:a16="http://schemas.microsoft.com/office/drawing/2014/main" id="{61232879-F28A-FE8B-F898-4DD9E7D40A50}"/>
              </a:ext>
            </a:extLst>
          </p:cNvPr>
          <p:cNvSpPr/>
          <p:nvPr/>
        </p:nvSpPr>
        <p:spPr>
          <a:xfrm>
            <a:off x="2333593" y="5849261"/>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AAB13ACB-3D2B-4625-EFF4-FEFCCDFB48EE}"/>
              </a:ext>
            </a:extLst>
          </p:cNvPr>
          <p:cNvSpPr txBox="1"/>
          <p:nvPr/>
        </p:nvSpPr>
        <p:spPr>
          <a:xfrm>
            <a:off x="2381386" y="5858752"/>
            <a:ext cx="1031051" cy="276999"/>
          </a:xfrm>
          <a:prstGeom prst="rect">
            <a:avLst/>
          </a:prstGeom>
          <a:noFill/>
        </p:spPr>
        <p:txBody>
          <a:bodyPr wrap="none" rtlCol="0">
            <a:spAutoFit/>
          </a:bodyPr>
          <a:lstStyle/>
          <a:p>
            <a:r>
              <a:rPr lang="en-US" sz="1200" dirty="0"/>
              <a:t>e) 259 + 67 = </a:t>
            </a:r>
            <a:endParaRPr lang="en-GB" sz="1200" dirty="0"/>
          </a:p>
        </p:txBody>
      </p:sp>
      <p:sp>
        <p:nvSpPr>
          <p:cNvPr id="37" name="Rectangle 36">
            <a:extLst>
              <a:ext uri="{FF2B5EF4-FFF2-40B4-BE49-F238E27FC236}">
                <a16:creationId xmlns:a16="http://schemas.microsoft.com/office/drawing/2014/main" id="{C071DDF2-820E-55A7-8337-F3EF4CFA7EE1}"/>
              </a:ext>
            </a:extLst>
          </p:cNvPr>
          <p:cNvSpPr/>
          <p:nvPr/>
        </p:nvSpPr>
        <p:spPr>
          <a:xfrm>
            <a:off x="4601206" y="5839770"/>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720D5A2F-A818-022C-8A32-999282F01940}"/>
              </a:ext>
            </a:extLst>
          </p:cNvPr>
          <p:cNvSpPr txBox="1"/>
          <p:nvPr/>
        </p:nvSpPr>
        <p:spPr>
          <a:xfrm>
            <a:off x="4648999" y="5849261"/>
            <a:ext cx="1002839" cy="276999"/>
          </a:xfrm>
          <a:prstGeom prst="rect">
            <a:avLst/>
          </a:prstGeom>
          <a:noFill/>
        </p:spPr>
        <p:txBody>
          <a:bodyPr wrap="none" rtlCol="0">
            <a:spAutoFit/>
          </a:bodyPr>
          <a:lstStyle/>
          <a:p>
            <a:r>
              <a:rPr lang="en-US" sz="1200" dirty="0"/>
              <a:t>f) 456 + 79 = </a:t>
            </a:r>
            <a:endParaRPr lang="en-GB" sz="1200" dirty="0"/>
          </a:p>
        </p:txBody>
      </p:sp>
      <p:sp>
        <p:nvSpPr>
          <p:cNvPr id="51" name="TextBox 50">
            <a:extLst>
              <a:ext uri="{FF2B5EF4-FFF2-40B4-BE49-F238E27FC236}">
                <a16:creationId xmlns:a16="http://schemas.microsoft.com/office/drawing/2014/main" id="{F418E431-95F3-47E2-7DC0-0B6324298E69}"/>
              </a:ext>
            </a:extLst>
          </p:cNvPr>
          <p:cNvSpPr txBox="1"/>
          <p:nvPr/>
        </p:nvSpPr>
        <p:spPr>
          <a:xfrm>
            <a:off x="126649" y="7882047"/>
            <a:ext cx="2119491" cy="646331"/>
          </a:xfrm>
          <a:prstGeom prst="rect">
            <a:avLst/>
          </a:prstGeom>
          <a:noFill/>
        </p:spPr>
        <p:txBody>
          <a:bodyPr wrap="square" rtlCol="0">
            <a:spAutoFit/>
          </a:bodyPr>
          <a:lstStyle/>
          <a:p>
            <a:r>
              <a:rPr lang="en-US" sz="1200" dirty="0"/>
              <a:t>g) Find the sum of 796 and 455</a:t>
            </a:r>
          </a:p>
          <a:p>
            <a:endParaRPr lang="en-US" sz="1200" dirty="0"/>
          </a:p>
          <a:p>
            <a:endParaRPr lang="en-GB" sz="1200" dirty="0">
              <a:solidFill>
                <a:srgbClr val="FF0000"/>
              </a:solidFill>
            </a:endParaRPr>
          </a:p>
        </p:txBody>
      </p:sp>
      <p:sp>
        <p:nvSpPr>
          <p:cNvPr id="52" name="TextBox 51">
            <a:extLst>
              <a:ext uri="{FF2B5EF4-FFF2-40B4-BE49-F238E27FC236}">
                <a16:creationId xmlns:a16="http://schemas.microsoft.com/office/drawing/2014/main" id="{79DBFAA3-6183-AB9F-74DB-ADD060DA2064}"/>
              </a:ext>
            </a:extLst>
          </p:cNvPr>
          <p:cNvSpPr txBox="1"/>
          <p:nvPr/>
        </p:nvSpPr>
        <p:spPr>
          <a:xfrm>
            <a:off x="2381386" y="7891538"/>
            <a:ext cx="2044149" cy="646331"/>
          </a:xfrm>
          <a:prstGeom prst="rect">
            <a:avLst/>
          </a:prstGeom>
          <a:noFill/>
        </p:spPr>
        <p:txBody>
          <a:bodyPr wrap="square" rtlCol="0">
            <a:spAutoFit/>
          </a:bodyPr>
          <a:lstStyle/>
          <a:p>
            <a:r>
              <a:rPr lang="en-US" sz="1200" dirty="0"/>
              <a:t>h) Find the sum of 89 and 678</a:t>
            </a:r>
          </a:p>
          <a:p>
            <a:endParaRPr lang="en-US" sz="1200" dirty="0"/>
          </a:p>
          <a:p>
            <a:endParaRPr lang="en-GB" sz="1200" dirty="0">
              <a:solidFill>
                <a:srgbClr val="FF0000"/>
              </a:solidFill>
            </a:endParaRPr>
          </a:p>
        </p:txBody>
      </p:sp>
      <p:sp>
        <p:nvSpPr>
          <p:cNvPr id="53" name="TextBox 52">
            <a:extLst>
              <a:ext uri="{FF2B5EF4-FFF2-40B4-BE49-F238E27FC236}">
                <a16:creationId xmlns:a16="http://schemas.microsoft.com/office/drawing/2014/main" id="{BAD721EE-EE6B-5DFF-AED6-1567638F31C3}"/>
              </a:ext>
            </a:extLst>
          </p:cNvPr>
          <p:cNvSpPr txBox="1"/>
          <p:nvPr/>
        </p:nvSpPr>
        <p:spPr>
          <a:xfrm>
            <a:off x="4648999" y="7882047"/>
            <a:ext cx="2037737" cy="646331"/>
          </a:xfrm>
          <a:prstGeom prst="rect">
            <a:avLst/>
          </a:prstGeom>
          <a:noFill/>
        </p:spPr>
        <p:txBody>
          <a:bodyPr wrap="square" rtlCol="0">
            <a:spAutoFit/>
          </a:bodyPr>
          <a:lstStyle/>
          <a:p>
            <a:r>
              <a:rPr lang="en-US" sz="1200" dirty="0" err="1"/>
              <a:t>i</a:t>
            </a:r>
            <a:r>
              <a:rPr lang="en-US" sz="1200" dirty="0"/>
              <a:t>) Find the sum of 49 and 887</a:t>
            </a:r>
          </a:p>
          <a:p>
            <a:endParaRPr lang="en-GB" sz="1200" dirty="0"/>
          </a:p>
          <a:p>
            <a:endParaRPr lang="en-GB" sz="1200" dirty="0">
              <a:solidFill>
                <a:srgbClr val="FF0000"/>
              </a:solidFill>
            </a:endParaRPr>
          </a:p>
        </p:txBody>
      </p:sp>
      <p:sp>
        <p:nvSpPr>
          <p:cNvPr id="54" name="Rectangle 53">
            <a:extLst>
              <a:ext uri="{FF2B5EF4-FFF2-40B4-BE49-F238E27FC236}">
                <a16:creationId xmlns:a16="http://schemas.microsoft.com/office/drawing/2014/main" id="{37FFDE0D-C996-F044-B34D-E09F6F0B5570}"/>
              </a:ext>
            </a:extLst>
          </p:cNvPr>
          <p:cNvSpPr/>
          <p:nvPr/>
        </p:nvSpPr>
        <p:spPr>
          <a:xfrm>
            <a:off x="78856" y="7820244"/>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95A36643-F336-E262-7A2B-4FB5196F6D5F}"/>
              </a:ext>
            </a:extLst>
          </p:cNvPr>
          <p:cNvSpPr/>
          <p:nvPr/>
        </p:nvSpPr>
        <p:spPr>
          <a:xfrm>
            <a:off x="2333593" y="7829735"/>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6" name="Rectangle 55">
            <a:extLst>
              <a:ext uri="{FF2B5EF4-FFF2-40B4-BE49-F238E27FC236}">
                <a16:creationId xmlns:a16="http://schemas.microsoft.com/office/drawing/2014/main" id="{C8738C77-85F6-B50F-E669-25419F720927}"/>
              </a:ext>
            </a:extLst>
          </p:cNvPr>
          <p:cNvSpPr/>
          <p:nvPr/>
        </p:nvSpPr>
        <p:spPr>
          <a:xfrm>
            <a:off x="4601206" y="7820244"/>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3301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39BD06-4DB9-BF8F-48BF-CF97A78B167F}"/>
              </a:ext>
            </a:extLst>
          </p:cNvPr>
          <p:cNvSpPr/>
          <p:nvPr/>
        </p:nvSpPr>
        <p:spPr>
          <a:xfrm>
            <a:off x="96102" y="82142"/>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Adding four- digit integers using column method involving exchanges </a:t>
            </a:r>
            <a:endParaRPr lang="en-GB" sz="1200">
              <a:solidFill>
                <a:schemeClr val="bg1"/>
              </a:solidFill>
            </a:endParaRPr>
          </a:p>
        </p:txBody>
      </p:sp>
      <p:graphicFrame>
        <p:nvGraphicFramePr>
          <p:cNvPr id="3" name="Table 2">
            <a:extLst>
              <a:ext uri="{FF2B5EF4-FFF2-40B4-BE49-F238E27FC236}">
                <a16:creationId xmlns:a16="http://schemas.microsoft.com/office/drawing/2014/main" id="{BB8C79B8-5A75-A3CF-71D9-EF564BF871FD}"/>
              </a:ext>
            </a:extLst>
          </p:cNvPr>
          <p:cNvGraphicFramePr>
            <a:graphicFrameLocks noGrp="1"/>
          </p:cNvGraphicFramePr>
          <p:nvPr>
            <p:extLst>
              <p:ext uri="{D42A27DB-BD31-4B8C-83A1-F6EECF244321}">
                <p14:modId xmlns:p14="http://schemas.microsoft.com/office/powerpoint/2010/main" val="2143321066"/>
              </p:ext>
            </p:extLst>
          </p:nvPr>
        </p:nvGraphicFramePr>
        <p:xfrm>
          <a:off x="123301" y="523144"/>
          <a:ext cx="6572478" cy="2417401"/>
        </p:xfrm>
        <a:graphic>
          <a:graphicData uri="http://schemas.openxmlformats.org/drawingml/2006/table">
            <a:tbl>
              <a:tblPr firstRow="1" bandRow="1">
                <a:tableStyleId>{5C22544A-7EE6-4342-B048-85BDC9FD1C3A}</a:tableStyleId>
              </a:tblPr>
              <a:tblGrid>
                <a:gridCol w="1095899">
                  <a:extLst>
                    <a:ext uri="{9D8B030D-6E8A-4147-A177-3AD203B41FA5}">
                      <a16:colId xmlns:a16="http://schemas.microsoft.com/office/drawing/2014/main" val="1568142362"/>
                    </a:ext>
                  </a:extLst>
                </a:gridCol>
                <a:gridCol w="1752600">
                  <a:extLst>
                    <a:ext uri="{9D8B030D-6E8A-4147-A177-3AD203B41FA5}">
                      <a16:colId xmlns:a16="http://schemas.microsoft.com/office/drawing/2014/main" val="3551711160"/>
                    </a:ext>
                  </a:extLst>
                </a:gridCol>
                <a:gridCol w="1888958">
                  <a:extLst>
                    <a:ext uri="{9D8B030D-6E8A-4147-A177-3AD203B41FA5}">
                      <a16:colId xmlns:a16="http://schemas.microsoft.com/office/drawing/2014/main" val="1712497518"/>
                    </a:ext>
                  </a:extLst>
                </a:gridCol>
                <a:gridCol w="1835021">
                  <a:extLst>
                    <a:ext uri="{9D8B030D-6E8A-4147-A177-3AD203B41FA5}">
                      <a16:colId xmlns:a16="http://schemas.microsoft.com/office/drawing/2014/main" val="886122921"/>
                    </a:ext>
                  </a:extLst>
                </a:gridCol>
              </a:tblGrid>
              <a:tr h="2612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 9851 + 3279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5852 + 5378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8963 + 3267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86721">
                <a:tc>
                  <a:txBody>
                    <a:bodyPr/>
                    <a:lstStyle/>
                    <a:p>
                      <a:pPr marL="0" indent="0">
                        <a:buNone/>
                      </a:pPr>
                      <a:r>
                        <a:rPr lang="en-US" sz="1100" dirty="0">
                          <a:solidFill>
                            <a:schemeClr val="tx1"/>
                          </a:solidFill>
                        </a:rPr>
                        <a:t>1. Add each column starting with the lowest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93790">
                <a:tc>
                  <a:txBody>
                    <a:bodyPr/>
                    <a:lstStyle/>
                    <a:p>
                      <a:r>
                        <a:rPr lang="en-GB" sz="1100">
                          <a:solidFill>
                            <a:schemeClr val="tx1"/>
                          </a:solidFill>
                        </a:rPr>
                        <a:t>2. Write how many groups of ten are exchanged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493790">
                <a:tc>
                  <a:txBody>
                    <a:bodyPr/>
                    <a:lstStyle/>
                    <a:p>
                      <a:r>
                        <a:rPr lang="en-GB" sz="1100" dirty="0">
                          <a:solidFill>
                            <a:schemeClr val="tx1"/>
                          </a:solidFill>
                        </a:rPr>
                        <a:t>3. Add this to your next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74926116"/>
                  </a:ext>
                </a:extLst>
              </a:tr>
            </a:tbl>
          </a:graphicData>
        </a:graphic>
      </p:graphicFrame>
      <p:sp>
        <p:nvSpPr>
          <p:cNvPr id="4" name="TextBox 3">
            <a:extLst>
              <a:ext uri="{FF2B5EF4-FFF2-40B4-BE49-F238E27FC236}">
                <a16:creationId xmlns:a16="http://schemas.microsoft.com/office/drawing/2014/main" id="{2F6C2A3F-C6B8-8D41-5FF6-92A427958A65}"/>
              </a:ext>
            </a:extLst>
          </p:cNvPr>
          <p:cNvSpPr txBox="1"/>
          <p:nvPr/>
        </p:nvSpPr>
        <p:spPr>
          <a:xfrm>
            <a:off x="4913768" y="264061"/>
            <a:ext cx="1577355"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12 - You do…</a:t>
            </a:r>
          </a:p>
        </p:txBody>
      </p:sp>
      <p:sp>
        <p:nvSpPr>
          <p:cNvPr id="5" name="TextBox 4">
            <a:extLst>
              <a:ext uri="{FF2B5EF4-FFF2-40B4-BE49-F238E27FC236}">
                <a16:creationId xmlns:a16="http://schemas.microsoft.com/office/drawing/2014/main" id="{C95E85BE-B45C-5BD5-4947-C160F4F30A5C}"/>
              </a:ext>
            </a:extLst>
          </p:cNvPr>
          <p:cNvSpPr txBox="1"/>
          <p:nvPr/>
        </p:nvSpPr>
        <p:spPr>
          <a:xfrm>
            <a:off x="2992963" y="265929"/>
            <a:ext cx="1554336"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11 - We do…</a:t>
            </a:r>
          </a:p>
        </p:txBody>
      </p:sp>
      <p:sp>
        <p:nvSpPr>
          <p:cNvPr id="6" name="TextBox 5">
            <a:extLst>
              <a:ext uri="{FF2B5EF4-FFF2-40B4-BE49-F238E27FC236}">
                <a16:creationId xmlns:a16="http://schemas.microsoft.com/office/drawing/2014/main" id="{A977EE33-CFC3-00B7-3AB0-94C6F748F4C9}"/>
              </a:ext>
            </a:extLst>
          </p:cNvPr>
          <p:cNvSpPr txBox="1"/>
          <p:nvPr/>
        </p:nvSpPr>
        <p:spPr>
          <a:xfrm>
            <a:off x="1252262" y="268184"/>
            <a:ext cx="135178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10 I do…</a:t>
            </a:r>
          </a:p>
        </p:txBody>
      </p:sp>
      <p:sp>
        <p:nvSpPr>
          <p:cNvPr id="7" name="Rectangle 6">
            <a:extLst>
              <a:ext uri="{FF2B5EF4-FFF2-40B4-BE49-F238E27FC236}">
                <a16:creationId xmlns:a16="http://schemas.microsoft.com/office/drawing/2014/main" id="{D3B68D4A-B37F-5056-F4E5-C2CBEECFC89C}"/>
              </a:ext>
            </a:extLst>
          </p:cNvPr>
          <p:cNvSpPr/>
          <p:nvPr/>
        </p:nvSpPr>
        <p:spPr>
          <a:xfrm>
            <a:off x="69362" y="304390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8" name="TextBox 7">
            <a:extLst>
              <a:ext uri="{FF2B5EF4-FFF2-40B4-BE49-F238E27FC236}">
                <a16:creationId xmlns:a16="http://schemas.microsoft.com/office/drawing/2014/main" id="{6E3A9A5E-0156-2948-4874-D5C9EA1A4C14}"/>
              </a:ext>
            </a:extLst>
          </p:cNvPr>
          <p:cNvSpPr txBox="1"/>
          <p:nvPr/>
        </p:nvSpPr>
        <p:spPr>
          <a:xfrm>
            <a:off x="1280315" y="3115276"/>
            <a:ext cx="3446713" cy="276999"/>
          </a:xfrm>
          <a:prstGeom prst="rect">
            <a:avLst/>
          </a:prstGeom>
          <a:noFill/>
        </p:spPr>
        <p:txBody>
          <a:bodyPr wrap="none" rtlCol="0">
            <a:spAutoFit/>
          </a:bodyPr>
          <a:lstStyle/>
          <a:p>
            <a:r>
              <a:rPr lang="en-US" sz="1200"/>
              <a:t>3. Add the following integers using column method</a:t>
            </a:r>
            <a:endParaRPr lang="en-GB" sz="1200"/>
          </a:p>
        </p:txBody>
      </p:sp>
      <p:pic>
        <p:nvPicPr>
          <p:cNvPr id="27" name="Picture 26">
            <a:extLst>
              <a:ext uri="{FF2B5EF4-FFF2-40B4-BE49-F238E27FC236}">
                <a16:creationId xmlns:a16="http://schemas.microsoft.com/office/drawing/2014/main" id="{05D42AC8-B628-F8C3-AD1A-BD5B190451EA}"/>
              </a:ext>
            </a:extLst>
          </p:cNvPr>
          <p:cNvPicPr>
            <a:picLocks noChangeAspect="1"/>
          </p:cNvPicPr>
          <p:nvPr/>
        </p:nvPicPr>
        <p:blipFill rotWithShape="1">
          <a:blip r:embed="rId2"/>
          <a:srcRect b="21616"/>
          <a:stretch/>
        </p:blipFill>
        <p:spPr>
          <a:xfrm>
            <a:off x="96102" y="3636589"/>
            <a:ext cx="6502928" cy="5367617"/>
          </a:xfrm>
          <a:prstGeom prst="rect">
            <a:avLst/>
          </a:prstGeom>
        </p:spPr>
      </p:pic>
      <p:sp>
        <p:nvSpPr>
          <p:cNvPr id="28" name="TextBox 27">
            <a:extLst>
              <a:ext uri="{FF2B5EF4-FFF2-40B4-BE49-F238E27FC236}">
                <a16:creationId xmlns:a16="http://schemas.microsoft.com/office/drawing/2014/main" id="{822817E1-B12E-67AA-0F0C-F483337999A0}"/>
              </a:ext>
            </a:extLst>
          </p:cNvPr>
          <p:cNvSpPr txBox="1"/>
          <p:nvPr/>
        </p:nvSpPr>
        <p:spPr>
          <a:xfrm>
            <a:off x="97901" y="4966985"/>
            <a:ext cx="5948488" cy="307777"/>
          </a:xfrm>
          <a:prstGeom prst="rect">
            <a:avLst/>
          </a:prstGeom>
          <a:noFill/>
        </p:spPr>
        <p:txBody>
          <a:bodyPr wrap="none" rtlCol="0">
            <a:spAutoFit/>
          </a:bodyPr>
          <a:lstStyle/>
          <a:p>
            <a:r>
              <a:rPr lang="en-US" sz="1400"/>
              <a:t>f)                                  g)                               h)                              i)                             j)     </a:t>
            </a:r>
            <a:endParaRPr lang="en-GB" sz="1400"/>
          </a:p>
        </p:txBody>
      </p:sp>
      <p:sp>
        <p:nvSpPr>
          <p:cNvPr id="29" name="TextBox 28">
            <a:extLst>
              <a:ext uri="{FF2B5EF4-FFF2-40B4-BE49-F238E27FC236}">
                <a16:creationId xmlns:a16="http://schemas.microsoft.com/office/drawing/2014/main" id="{DD8055BC-31DE-B866-DC86-AF0B8EDA06E3}"/>
              </a:ext>
            </a:extLst>
          </p:cNvPr>
          <p:cNvSpPr txBox="1"/>
          <p:nvPr/>
        </p:nvSpPr>
        <p:spPr>
          <a:xfrm>
            <a:off x="124689" y="6325499"/>
            <a:ext cx="6082114" cy="307777"/>
          </a:xfrm>
          <a:prstGeom prst="rect">
            <a:avLst/>
          </a:prstGeom>
          <a:noFill/>
        </p:spPr>
        <p:txBody>
          <a:bodyPr wrap="none" rtlCol="0">
            <a:spAutoFit/>
          </a:bodyPr>
          <a:lstStyle/>
          <a:p>
            <a:r>
              <a:rPr lang="en-US" sz="1400"/>
              <a:t>k)                                  l)                               m)                              n)                             o)     </a:t>
            </a:r>
            <a:endParaRPr lang="en-GB" sz="1400"/>
          </a:p>
        </p:txBody>
      </p:sp>
      <p:sp>
        <p:nvSpPr>
          <p:cNvPr id="30" name="TextBox 29">
            <a:extLst>
              <a:ext uri="{FF2B5EF4-FFF2-40B4-BE49-F238E27FC236}">
                <a16:creationId xmlns:a16="http://schemas.microsoft.com/office/drawing/2014/main" id="{9D113177-4880-1032-2205-B15D293641E5}"/>
              </a:ext>
            </a:extLst>
          </p:cNvPr>
          <p:cNvSpPr txBox="1"/>
          <p:nvPr/>
        </p:nvSpPr>
        <p:spPr>
          <a:xfrm>
            <a:off x="110920" y="7821247"/>
            <a:ext cx="6009979" cy="307777"/>
          </a:xfrm>
          <a:prstGeom prst="rect">
            <a:avLst/>
          </a:prstGeom>
          <a:noFill/>
        </p:spPr>
        <p:txBody>
          <a:bodyPr wrap="none" rtlCol="0">
            <a:spAutoFit/>
          </a:bodyPr>
          <a:lstStyle/>
          <a:p>
            <a:r>
              <a:rPr lang="en-US" sz="1400"/>
              <a:t>p)                                  q)                               r)                              s)                             t)     </a:t>
            </a:r>
            <a:endParaRPr lang="en-GB" sz="1400"/>
          </a:p>
        </p:txBody>
      </p:sp>
      <p:sp>
        <p:nvSpPr>
          <p:cNvPr id="31" name="TextBox 30">
            <a:extLst>
              <a:ext uri="{FF2B5EF4-FFF2-40B4-BE49-F238E27FC236}">
                <a16:creationId xmlns:a16="http://schemas.microsoft.com/office/drawing/2014/main" id="{369CBE2F-2C17-E4CD-D067-D899BD5C9FAE}"/>
              </a:ext>
            </a:extLst>
          </p:cNvPr>
          <p:cNvSpPr txBox="1"/>
          <p:nvPr/>
        </p:nvSpPr>
        <p:spPr>
          <a:xfrm>
            <a:off x="-26824" y="3505464"/>
            <a:ext cx="5932324" cy="307777"/>
          </a:xfrm>
          <a:prstGeom prst="rect">
            <a:avLst/>
          </a:prstGeom>
          <a:noFill/>
        </p:spPr>
        <p:txBody>
          <a:bodyPr wrap="square" rtlCol="0">
            <a:spAutoFit/>
          </a:bodyPr>
          <a:lstStyle/>
          <a:p>
            <a:r>
              <a:rPr lang="en-US" sz="1400"/>
              <a:t>a)                                  b)                               c)                              d)                             e)     </a:t>
            </a:r>
            <a:endParaRPr lang="en-GB" sz="1400"/>
          </a:p>
        </p:txBody>
      </p:sp>
      <p:sp>
        <p:nvSpPr>
          <p:cNvPr id="9" name="Slide Number Placeholder 8">
            <a:extLst>
              <a:ext uri="{FF2B5EF4-FFF2-40B4-BE49-F238E27FC236}">
                <a16:creationId xmlns:a16="http://schemas.microsoft.com/office/drawing/2014/main" id="{B64B18A4-F4FB-7BB7-5A1B-F58D91355735}"/>
              </a:ext>
            </a:extLst>
          </p:cNvPr>
          <p:cNvSpPr>
            <a:spLocks noGrp="1"/>
          </p:cNvSpPr>
          <p:nvPr>
            <p:ph type="sldNum" sz="quarter" idx="12"/>
          </p:nvPr>
        </p:nvSpPr>
        <p:spPr>
          <a:xfrm>
            <a:off x="5274864" y="9316995"/>
            <a:ext cx="1543050" cy="527403"/>
          </a:xfrm>
        </p:spPr>
        <p:txBody>
          <a:bodyPr/>
          <a:lstStyle/>
          <a:p>
            <a:fld id="{086C3A38-D272-42AA-9C88-F1FBEAE20D2C}" type="slidenum">
              <a:rPr lang="en-GB" smtClean="0"/>
              <a:t>4</a:t>
            </a:fld>
            <a:endParaRPr lang="en-GB"/>
          </a:p>
        </p:txBody>
      </p:sp>
      <p:sp>
        <p:nvSpPr>
          <p:cNvPr id="10" name="Rectangle 9">
            <a:extLst>
              <a:ext uri="{FF2B5EF4-FFF2-40B4-BE49-F238E27FC236}">
                <a16:creationId xmlns:a16="http://schemas.microsoft.com/office/drawing/2014/main" id="{D6FF8B25-45FC-8435-FBF4-79720E92A80C}"/>
              </a:ext>
            </a:extLst>
          </p:cNvPr>
          <p:cNvSpPr/>
          <p:nvPr/>
        </p:nvSpPr>
        <p:spPr>
          <a:xfrm>
            <a:off x="1665139" y="2472643"/>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6C487F7C-5E60-37A6-379D-997CBF846643}"/>
              </a:ext>
            </a:extLst>
          </p:cNvPr>
          <p:cNvSpPr/>
          <p:nvPr/>
        </p:nvSpPr>
        <p:spPr>
          <a:xfrm>
            <a:off x="3541310" y="2472643"/>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8CFDCF9-1854-C75C-E3F1-67DB9B5D69FC}"/>
              </a:ext>
            </a:extLst>
          </p:cNvPr>
          <p:cNvSpPr/>
          <p:nvPr/>
        </p:nvSpPr>
        <p:spPr>
          <a:xfrm>
            <a:off x="5382921" y="247278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B1AC278E-4490-1A2C-5ABA-83928DB6AECB}"/>
              </a:ext>
            </a:extLst>
          </p:cNvPr>
          <p:cNvSpPr txBox="1"/>
          <p:nvPr/>
        </p:nvSpPr>
        <p:spPr>
          <a:xfrm>
            <a:off x="1665139" y="1122826"/>
            <a:ext cx="1223412" cy="707886"/>
          </a:xfrm>
          <a:prstGeom prst="rect">
            <a:avLst/>
          </a:prstGeom>
          <a:solidFill>
            <a:schemeClr val="bg1"/>
          </a:solidFill>
        </p:spPr>
        <p:txBody>
          <a:bodyPr wrap="none" rtlCol="0">
            <a:spAutoFit/>
          </a:bodyPr>
          <a:lstStyle/>
          <a:p>
            <a:r>
              <a:rPr lang="en-US" sz="2000"/>
              <a:t>9   8   5   1</a:t>
            </a:r>
          </a:p>
          <a:p>
            <a:r>
              <a:rPr lang="en-US" sz="2000"/>
              <a:t>3   2   7   9</a:t>
            </a:r>
            <a:endParaRPr lang="en-GB" sz="2000"/>
          </a:p>
        </p:txBody>
      </p:sp>
      <p:sp>
        <p:nvSpPr>
          <p:cNvPr id="14" name="TextBox 13">
            <a:extLst>
              <a:ext uri="{FF2B5EF4-FFF2-40B4-BE49-F238E27FC236}">
                <a16:creationId xmlns:a16="http://schemas.microsoft.com/office/drawing/2014/main" id="{EBAB83E6-F3AB-0F27-D3E3-F1D9730728C5}"/>
              </a:ext>
            </a:extLst>
          </p:cNvPr>
          <p:cNvSpPr txBox="1"/>
          <p:nvPr/>
        </p:nvSpPr>
        <p:spPr>
          <a:xfrm>
            <a:off x="1445659" y="1292103"/>
            <a:ext cx="300082" cy="369332"/>
          </a:xfrm>
          <a:prstGeom prst="rect">
            <a:avLst/>
          </a:prstGeom>
          <a:noFill/>
        </p:spPr>
        <p:txBody>
          <a:bodyPr wrap="none" rtlCol="0">
            <a:spAutoFit/>
          </a:bodyPr>
          <a:lstStyle/>
          <a:p>
            <a:r>
              <a:rPr lang="en-US"/>
              <a:t>+</a:t>
            </a:r>
            <a:endParaRPr lang="en-GB"/>
          </a:p>
        </p:txBody>
      </p:sp>
      <p:sp>
        <p:nvSpPr>
          <p:cNvPr id="15" name="TextBox 14">
            <a:extLst>
              <a:ext uri="{FF2B5EF4-FFF2-40B4-BE49-F238E27FC236}">
                <a16:creationId xmlns:a16="http://schemas.microsoft.com/office/drawing/2014/main" id="{0D4BEB02-10CC-234E-9D77-DDD3BD048155}"/>
              </a:ext>
            </a:extLst>
          </p:cNvPr>
          <p:cNvSpPr txBox="1"/>
          <p:nvPr/>
        </p:nvSpPr>
        <p:spPr>
          <a:xfrm>
            <a:off x="3474646" y="1149030"/>
            <a:ext cx="1223412" cy="707886"/>
          </a:xfrm>
          <a:prstGeom prst="rect">
            <a:avLst/>
          </a:prstGeom>
          <a:solidFill>
            <a:schemeClr val="bg1"/>
          </a:solidFill>
        </p:spPr>
        <p:txBody>
          <a:bodyPr wrap="square" rtlCol="0">
            <a:spAutoFit/>
          </a:bodyPr>
          <a:lstStyle/>
          <a:p>
            <a:r>
              <a:rPr lang="en-US" sz="2000"/>
              <a:t>5   8   5   2</a:t>
            </a:r>
          </a:p>
          <a:p>
            <a:r>
              <a:rPr lang="en-US" sz="2000"/>
              <a:t>5   3   7   8</a:t>
            </a:r>
            <a:endParaRPr lang="en-GB" sz="2000"/>
          </a:p>
        </p:txBody>
      </p:sp>
      <p:sp>
        <p:nvSpPr>
          <p:cNvPr id="16" name="TextBox 15">
            <a:extLst>
              <a:ext uri="{FF2B5EF4-FFF2-40B4-BE49-F238E27FC236}">
                <a16:creationId xmlns:a16="http://schemas.microsoft.com/office/drawing/2014/main" id="{6E9E0169-9971-5738-9668-33D80878AA3C}"/>
              </a:ext>
            </a:extLst>
          </p:cNvPr>
          <p:cNvSpPr txBox="1"/>
          <p:nvPr/>
        </p:nvSpPr>
        <p:spPr>
          <a:xfrm>
            <a:off x="3255166" y="1318307"/>
            <a:ext cx="300082" cy="369332"/>
          </a:xfrm>
          <a:prstGeom prst="rect">
            <a:avLst/>
          </a:prstGeom>
          <a:noFill/>
        </p:spPr>
        <p:txBody>
          <a:bodyPr wrap="square" rtlCol="0">
            <a:spAutoFit/>
          </a:bodyPr>
          <a:lstStyle/>
          <a:p>
            <a:r>
              <a:rPr lang="en-US"/>
              <a:t>+</a:t>
            </a:r>
            <a:endParaRPr lang="en-GB"/>
          </a:p>
        </p:txBody>
      </p:sp>
      <p:sp>
        <p:nvSpPr>
          <p:cNvPr id="17" name="TextBox 16">
            <a:extLst>
              <a:ext uri="{FF2B5EF4-FFF2-40B4-BE49-F238E27FC236}">
                <a16:creationId xmlns:a16="http://schemas.microsoft.com/office/drawing/2014/main" id="{334A9689-65C6-7022-C62D-C8FD8197B3AE}"/>
              </a:ext>
            </a:extLst>
          </p:cNvPr>
          <p:cNvSpPr txBox="1"/>
          <p:nvPr/>
        </p:nvSpPr>
        <p:spPr>
          <a:xfrm>
            <a:off x="5375618" y="1132294"/>
            <a:ext cx="1223412" cy="707886"/>
          </a:xfrm>
          <a:prstGeom prst="rect">
            <a:avLst/>
          </a:prstGeom>
          <a:solidFill>
            <a:schemeClr val="bg1"/>
          </a:solidFill>
        </p:spPr>
        <p:txBody>
          <a:bodyPr wrap="none" rtlCol="0">
            <a:spAutoFit/>
          </a:bodyPr>
          <a:lstStyle/>
          <a:p>
            <a:r>
              <a:rPr lang="en-US" sz="2000"/>
              <a:t>8   9   6   3</a:t>
            </a:r>
          </a:p>
          <a:p>
            <a:r>
              <a:rPr lang="en-US" sz="2000"/>
              <a:t>3   2   6   7</a:t>
            </a:r>
            <a:endParaRPr lang="en-GB" sz="2000"/>
          </a:p>
        </p:txBody>
      </p:sp>
      <p:sp>
        <p:nvSpPr>
          <p:cNvPr id="18" name="TextBox 17">
            <a:extLst>
              <a:ext uri="{FF2B5EF4-FFF2-40B4-BE49-F238E27FC236}">
                <a16:creationId xmlns:a16="http://schemas.microsoft.com/office/drawing/2014/main" id="{24997188-B629-07AF-9D65-C4C2F4EF0F99}"/>
              </a:ext>
            </a:extLst>
          </p:cNvPr>
          <p:cNvSpPr txBox="1"/>
          <p:nvPr/>
        </p:nvSpPr>
        <p:spPr>
          <a:xfrm>
            <a:off x="5156138" y="1301571"/>
            <a:ext cx="300082" cy="369332"/>
          </a:xfrm>
          <a:prstGeom prst="rect">
            <a:avLst/>
          </a:prstGeom>
          <a:noFill/>
        </p:spPr>
        <p:txBody>
          <a:bodyPr wrap="none" rtlCol="0">
            <a:spAutoFit/>
          </a:bodyPr>
          <a:lstStyle/>
          <a:p>
            <a:r>
              <a:rPr lang="en-US"/>
              <a:t>+</a:t>
            </a:r>
            <a:endParaRPr lang="en-GB"/>
          </a:p>
        </p:txBody>
      </p:sp>
      <p:pic>
        <p:nvPicPr>
          <p:cNvPr id="19" name="Picture 18">
            <a:extLst>
              <a:ext uri="{FF2B5EF4-FFF2-40B4-BE49-F238E27FC236}">
                <a16:creationId xmlns:a16="http://schemas.microsoft.com/office/drawing/2014/main" id="{BE0D6D76-99BB-5699-03EC-A36AAC15DFC7}"/>
              </a:ext>
            </a:extLst>
          </p:cNvPr>
          <p:cNvPicPr>
            <a:picLocks noChangeAspect="1"/>
          </p:cNvPicPr>
          <p:nvPr/>
        </p:nvPicPr>
        <p:blipFill rotWithShape="1">
          <a:blip r:embed="rId3"/>
          <a:srcRect t="58747" r="5028"/>
          <a:stretch/>
        </p:blipFill>
        <p:spPr>
          <a:xfrm>
            <a:off x="1251287" y="1827390"/>
            <a:ext cx="1695201" cy="438085"/>
          </a:xfrm>
          <a:prstGeom prst="rect">
            <a:avLst/>
          </a:prstGeom>
        </p:spPr>
      </p:pic>
      <p:pic>
        <p:nvPicPr>
          <p:cNvPr id="20" name="Picture 19">
            <a:extLst>
              <a:ext uri="{FF2B5EF4-FFF2-40B4-BE49-F238E27FC236}">
                <a16:creationId xmlns:a16="http://schemas.microsoft.com/office/drawing/2014/main" id="{CF9340B2-BA08-7C06-6F21-425A8C159BB2}"/>
              </a:ext>
            </a:extLst>
          </p:cNvPr>
          <p:cNvPicPr>
            <a:picLocks noChangeAspect="1"/>
          </p:cNvPicPr>
          <p:nvPr/>
        </p:nvPicPr>
        <p:blipFill rotWithShape="1">
          <a:blip r:embed="rId3"/>
          <a:srcRect t="58747" r="5028"/>
          <a:stretch/>
        </p:blipFill>
        <p:spPr>
          <a:xfrm>
            <a:off x="4979602" y="1835176"/>
            <a:ext cx="1695201" cy="438085"/>
          </a:xfrm>
          <a:prstGeom prst="rect">
            <a:avLst/>
          </a:prstGeom>
        </p:spPr>
      </p:pic>
      <p:pic>
        <p:nvPicPr>
          <p:cNvPr id="21" name="Picture 20">
            <a:extLst>
              <a:ext uri="{FF2B5EF4-FFF2-40B4-BE49-F238E27FC236}">
                <a16:creationId xmlns:a16="http://schemas.microsoft.com/office/drawing/2014/main" id="{A2985C61-3663-7A0D-11D9-2FD9BAE1A94C}"/>
              </a:ext>
            </a:extLst>
          </p:cNvPr>
          <p:cNvPicPr>
            <a:picLocks noChangeAspect="1"/>
          </p:cNvPicPr>
          <p:nvPr/>
        </p:nvPicPr>
        <p:blipFill rotWithShape="1">
          <a:blip r:embed="rId3"/>
          <a:srcRect t="58747" r="5028"/>
          <a:stretch/>
        </p:blipFill>
        <p:spPr>
          <a:xfrm>
            <a:off x="3125932" y="1827390"/>
            <a:ext cx="1695201" cy="438085"/>
          </a:xfrm>
          <a:prstGeom prst="rect">
            <a:avLst/>
          </a:prstGeom>
        </p:spPr>
      </p:pic>
    </p:spTree>
    <p:extLst>
      <p:ext uri="{BB962C8B-B14F-4D97-AF65-F5344CB8AC3E}">
        <p14:creationId xmlns:p14="http://schemas.microsoft.com/office/powerpoint/2010/main" val="4190285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64267" y="9576199"/>
            <a:ext cx="1543050" cy="527403"/>
          </a:xfrm>
        </p:spPr>
        <p:txBody>
          <a:bodyPr/>
          <a:lstStyle/>
          <a:p>
            <a:fld id="{19F1D9CC-7119-45EC-A96C-D8C0660F3AAB}" type="slidenum">
              <a:rPr lang="en-GB" smtClean="0"/>
              <a:t>5</a:t>
            </a:fld>
            <a:endParaRPr lang="en-GB"/>
          </a:p>
        </p:txBody>
      </p:sp>
      <p:sp>
        <p:nvSpPr>
          <p:cNvPr id="23" name="Rectangle 22">
            <a:extLst>
              <a:ext uri="{FF2B5EF4-FFF2-40B4-BE49-F238E27FC236}">
                <a16:creationId xmlns:a16="http://schemas.microsoft.com/office/drawing/2014/main" id="{FAF13C6A-5961-2E46-E2FD-ED165DB8607F}"/>
              </a:ext>
            </a:extLst>
          </p:cNvPr>
          <p:cNvSpPr/>
          <p:nvPr/>
        </p:nvSpPr>
        <p:spPr>
          <a:xfrm>
            <a:off x="72053" y="671474"/>
            <a:ext cx="6699219" cy="28828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2BFA6B03-9E82-D676-9F14-ADEABB27F986}"/>
              </a:ext>
            </a:extLst>
          </p:cNvPr>
          <p:cNvCxnSpPr>
            <a:cxnSpLocks/>
          </p:cNvCxnSpPr>
          <p:nvPr/>
        </p:nvCxnSpPr>
        <p:spPr>
          <a:xfrm>
            <a:off x="72053" y="192588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69D44F5-BBD6-2A87-4EEE-54932749D5DB}"/>
              </a:ext>
            </a:extLst>
          </p:cNvPr>
          <p:cNvCxnSpPr>
            <a:cxnSpLocks/>
            <a:stCxn id="23" idx="2"/>
            <a:endCxn id="23" idx="0"/>
          </p:cNvCxnSpPr>
          <p:nvPr/>
        </p:nvCxnSpPr>
        <p:spPr>
          <a:xfrm flipV="1">
            <a:off x="3421663" y="671474"/>
            <a:ext cx="0" cy="2882834"/>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5D989311-BCBA-E78B-5FC9-7707E80A4015}"/>
              </a:ext>
            </a:extLst>
          </p:cNvPr>
          <p:cNvSpPr txBox="1"/>
          <p:nvPr/>
        </p:nvSpPr>
        <p:spPr>
          <a:xfrm>
            <a:off x="89808" y="671473"/>
            <a:ext cx="824713" cy="461665"/>
          </a:xfrm>
          <a:prstGeom prst="rect">
            <a:avLst/>
          </a:prstGeom>
          <a:noFill/>
        </p:spPr>
        <p:txBody>
          <a:bodyPr wrap="none" rtlCol="0">
            <a:spAutoFit/>
          </a:bodyPr>
          <a:lstStyle/>
          <a:p>
            <a:r>
              <a:rPr lang="en-US" sz="1200" b="1"/>
              <a:t>Definition</a:t>
            </a:r>
          </a:p>
          <a:p>
            <a:endParaRPr lang="en-US" sz="1200"/>
          </a:p>
        </p:txBody>
      </p:sp>
      <p:sp>
        <p:nvSpPr>
          <p:cNvPr id="27" name="TextBox 26">
            <a:extLst>
              <a:ext uri="{FF2B5EF4-FFF2-40B4-BE49-F238E27FC236}">
                <a16:creationId xmlns:a16="http://schemas.microsoft.com/office/drawing/2014/main" id="{35646444-A68D-2591-81E4-285B1A39FDD0}"/>
              </a:ext>
            </a:extLst>
          </p:cNvPr>
          <p:cNvSpPr txBox="1"/>
          <p:nvPr/>
        </p:nvSpPr>
        <p:spPr>
          <a:xfrm>
            <a:off x="5613859" y="639087"/>
            <a:ext cx="1112228" cy="276999"/>
          </a:xfrm>
          <a:prstGeom prst="rect">
            <a:avLst/>
          </a:prstGeom>
          <a:noFill/>
        </p:spPr>
        <p:txBody>
          <a:bodyPr wrap="none" rtlCol="0">
            <a:spAutoFit/>
          </a:bodyPr>
          <a:lstStyle/>
          <a:p>
            <a:r>
              <a:rPr lang="en-US" sz="1200" b="1"/>
              <a:t>Characteristics</a:t>
            </a:r>
            <a:endParaRPr lang="en-GB" sz="1200" b="1"/>
          </a:p>
        </p:txBody>
      </p:sp>
      <p:sp>
        <p:nvSpPr>
          <p:cNvPr id="28" name="TextBox 27">
            <a:extLst>
              <a:ext uri="{FF2B5EF4-FFF2-40B4-BE49-F238E27FC236}">
                <a16:creationId xmlns:a16="http://schemas.microsoft.com/office/drawing/2014/main" id="{FBF41190-D9F8-E3A6-2BD3-C8900850B8DE}"/>
              </a:ext>
            </a:extLst>
          </p:cNvPr>
          <p:cNvSpPr txBox="1"/>
          <p:nvPr/>
        </p:nvSpPr>
        <p:spPr>
          <a:xfrm>
            <a:off x="104955" y="1929481"/>
            <a:ext cx="788164" cy="276999"/>
          </a:xfrm>
          <a:prstGeom prst="rect">
            <a:avLst/>
          </a:prstGeom>
          <a:noFill/>
        </p:spPr>
        <p:txBody>
          <a:bodyPr wrap="none" rtlCol="0">
            <a:spAutoFit/>
          </a:bodyPr>
          <a:lstStyle/>
          <a:p>
            <a:r>
              <a:rPr lang="en-US" sz="1200" b="1"/>
              <a:t>Examples</a:t>
            </a:r>
            <a:endParaRPr lang="en-GB" sz="1200" b="1"/>
          </a:p>
        </p:txBody>
      </p:sp>
      <p:sp>
        <p:nvSpPr>
          <p:cNvPr id="29" name="TextBox 28">
            <a:extLst>
              <a:ext uri="{FF2B5EF4-FFF2-40B4-BE49-F238E27FC236}">
                <a16:creationId xmlns:a16="http://schemas.microsoft.com/office/drawing/2014/main" id="{8742B492-95E6-38FE-8781-4022DC13C70D}"/>
              </a:ext>
            </a:extLst>
          </p:cNvPr>
          <p:cNvSpPr txBox="1"/>
          <p:nvPr/>
        </p:nvSpPr>
        <p:spPr>
          <a:xfrm>
            <a:off x="5542372" y="1905100"/>
            <a:ext cx="1172885" cy="276999"/>
          </a:xfrm>
          <a:prstGeom prst="rect">
            <a:avLst/>
          </a:prstGeom>
          <a:noFill/>
        </p:spPr>
        <p:txBody>
          <a:bodyPr wrap="none" rtlCol="0">
            <a:spAutoFit/>
          </a:bodyPr>
          <a:lstStyle/>
          <a:p>
            <a:r>
              <a:rPr lang="en-US" sz="1200" b="1"/>
              <a:t>Non - Examples</a:t>
            </a:r>
            <a:endParaRPr lang="en-GB" sz="1200" b="1"/>
          </a:p>
        </p:txBody>
      </p:sp>
      <p:sp>
        <p:nvSpPr>
          <p:cNvPr id="30" name="TextBox 29">
            <a:extLst>
              <a:ext uri="{FF2B5EF4-FFF2-40B4-BE49-F238E27FC236}">
                <a16:creationId xmlns:a16="http://schemas.microsoft.com/office/drawing/2014/main" id="{8F67D5E3-7AF8-496D-D20D-0547DE232868}"/>
              </a:ext>
            </a:extLst>
          </p:cNvPr>
          <p:cNvSpPr txBox="1"/>
          <p:nvPr/>
        </p:nvSpPr>
        <p:spPr>
          <a:xfrm>
            <a:off x="202108" y="1063386"/>
            <a:ext cx="3230335" cy="646331"/>
          </a:xfrm>
          <a:prstGeom prst="rect">
            <a:avLst/>
          </a:prstGeom>
          <a:noFill/>
        </p:spPr>
        <p:txBody>
          <a:bodyPr wrap="square" rtlCol="0">
            <a:spAutoFit/>
          </a:bodyPr>
          <a:lstStyle/>
          <a:p>
            <a:r>
              <a:rPr lang="en-GB" sz="1200">
                <a:solidFill>
                  <a:srgbClr val="040C28"/>
                </a:solidFill>
                <a:latin typeface="Google Sans"/>
              </a:rPr>
              <a:t>A</a:t>
            </a:r>
            <a:r>
              <a:rPr lang="en-GB" sz="1200" b="0" i="0">
                <a:solidFill>
                  <a:srgbClr val="040C28"/>
                </a:solidFill>
                <a:effectLst/>
                <a:latin typeface="Google Sans"/>
              </a:rPr>
              <a:t> mathematical operation in which the difference between two numbers or quantities is calculated</a:t>
            </a:r>
            <a:r>
              <a:rPr lang="en-GB" sz="1200" b="0" i="0">
                <a:solidFill>
                  <a:srgbClr val="202124"/>
                </a:solidFill>
                <a:effectLst/>
                <a:latin typeface="Google Sans"/>
              </a:rPr>
              <a:t>. </a:t>
            </a:r>
            <a:endParaRPr lang="en-US" sz="1200"/>
          </a:p>
        </p:txBody>
      </p:sp>
      <p:sp>
        <p:nvSpPr>
          <p:cNvPr id="31" name="TextBox 30">
            <a:extLst>
              <a:ext uri="{FF2B5EF4-FFF2-40B4-BE49-F238E27FC236}">
                <a16:creationId xmlns:a16="http://schemas.microsoft.com/office/drawing/2014/main" id="{92DE8EF5-0771-EB85-9494-B2A37CCFD959}"/>
              </a:ext>
            </a:extLst>
          </p:cNvPr>
          <p:cNvSpPr txBox="1"/>
          <p:nvPr/>
        </p:nvSpPr>
        <p:spPr>
          <a:xfrm>
            <a:off x="3486690" y="824307"/>
            <a:ext cx="3230335" cy="1015663"/>
          </a:xfrm>
          <a:prstGeom prst="rect">
            <a:avLst/>
          </a:prstGeom>
          <a:noFill/>
        </p:spPr>
        <p:txBody>
          <a:bodyPr wrap="square" rtlCol="0">
            <a:spAutoFit/>
          </a:bodyPr>
          <a:lstStyle/>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minus, difference, less than</a:t>
            </a:r>
            <a:r>
              <a:rPr lang="en-GB" sz="1200"/>
              <a:t>, reduce.</a:t>
            </a:r>
            <a:endParaRPr lang="en-GB" sz="1200" dirty="0"/>
          </a:p>
        </p:txBody>
      </p:sp>
      <p:sp>
        <p:nvSpPr>
          <p:cNvPr id="32" name="TextBox 31">
            <a:extLst>
              <a:ext uri="{FF2B5EF4-FFF2-40B4-BE49-F238E27FC236}">
                <a16:creationId xmlns:a16="http://schemas.microsoft.com/office/drawing/2014/main" id="{FD36186C-66BD-1542-98D0-A6F3828B625C}"/>
              </a:ext>
            </a:extLst>
          </p:cNvPr>
          <p:cNvSpPr txBox="1"/>
          <p:nvPr/>
        </p:nvSpPr>
        <p:spPr>
          <a:xfrm>
            <a:off x="2807126" y="1749930"/>
            <a:ext cx="1163011" cy="369332"/>
          </a:xfrm>
          <a:prstGeom prst="rect">
            <a:avLst/>
          </a:prstGeom>
          <a:solidFill>
            <a:schemeClr val="bg1"/>
          </a:solidFill>
          <a:ln>
            <a:solidFill>
              <a:schemeClr val="tx1"/>
            </a:solidFill>
          </a:ln>
        </p:spPr>
        <p:txBody>
          <a:bodyPr wrap="none" rtlCol="0">
            <a:spAutoFit/>
          </a:bodyPr>
          <a:lstStyle/>
          <a:p>
            <a:r>
              <a:rPr lang="en-GB"/>
              <a:t>SUBTRACT</a:t>
            </a:r>
          </a:p>
        </p:txBody>
      </p:sp>
      <p:sp>
        <p:nvSpPr>
          <p:cNvPr id="33" name="TextBox 32">
            <a:extLst>
              <a:ext uri="{FF2B5EF4-FFF2-40B4-BE49-F238E27FC236}">
                <a16:creationId xmlns:a16="http://schemas.microsoft.com/office/drawing/2014/main" id="{ED493A13-540C-0CF5-E31D-51E81F51A5E9}"/>
              </a:ext>
            </a:extLst>
          </p:cNvPr>
          <p:cNvSpPr txBox="1"/>
          <p:nvPr/>
        </p:nvSpPr>
        <p:spPr>
          <a:xfrm>
            <a:off x="180549" y="2281437"/>
            <a:ext cx="3230335" cy="276999"/>
          </a:xfrm>
          <a:prstGeom prst="rect">
            <a:avLst/>
          </a:prstGeom>
          <a:noFill/>
        </p:spPr>
        <p:txBody>
          <a:bodyPr wrap="square" rtlCol="0">
            <a:spAutoFit/>
          </a:bodyPr>
          <a:lstStyle/>
          <a:p>
            <a:r>
              <a:rPr lang="en-US" sz="1200"/>
              <a:t>.</a:t>
            </a:r>
          </a:p>
        </p:txBody>
      </p:sp>
      <p:graphicFrame>
        <p:nvGraphicFramePr>
          <p:cNvPr id="52" name="Table 51">
            <a:extLst>
              <a:ext uri="{FF2B5EF4-FFF2-40B4-BE49-F238E27FC236}">
                <a16:creationId xmlns:a16="http://schemas.microsoft.com/office/drawing/2014/main" id="{623CE4A1-6AD8-940D-0718-6613507C2127}"/>
              </a:ext>
            </a:extLst>
          </p:cNvPr>
          <p:cNvGraphicFramePr>
            <a:graphicFrameLocks noGrp="1"/>
          </p:cNvGraphicFramePr>
          <p:nvPr>
            <p:extLst>
              <p:ext uri="{D42A27DB-BD31-4B8C-83A1-F6EECF244321}">
                <p14:modId xmlns:p14="http://schemas.microsoft.com/office/powerpoint/2010/main" val="1213718369"/>
              </p:ext>
            </p:extLst>
          </p:nvPr>
        </p:nvGraphicFramePr>
        <p:xfrm>
          <a:off x="72052" y="3704367"/>
          <a:ext cx="6699214" cy="3150643"/>
        </p:xfrm>
        <a:graphic>
          <a:graphicData uri="http://schemas.openxmlformats.org/drawingml/2006/table">
            <a:tbl>
              <a:tblPr firstRow="1" bandRow="1">
                <a:tableStyleId>{5C22544A-7EE6-4342-B048-85BDC9FD1C3A}</a:tableStyleId>
              </a:tblPr>
              <a:tblGrid>
                <a:gridCol w="1007363">
                  <a:extLst>
                    <a:ext uri="{9D8B030D-6E8A-4147-A177-3AD203B41FA5}">
                      <a16:colId xmlns:a16="http://schemas.microsoft.com/office/drawing/2014/main" val="1568142362"/>
                    </a:ext>
                  </a:extLst>
                </a:gridCol>
                <a:gridCol w="1782253">
                  <a:extLst>
                    <a:ext uri="{9D8B030D-6E8A-4147-A177-3AD203B41FA5}">
                      <a16:colId xmlns:a16="http://schemas.microsoft.com/office/drawing/2014/main" val="3551711160"/>
                    </a:ext>
                  </a:extLst>
                </a:gridCol>
                <a:gridCol w="1954799">
                  <a:extLst>
                    <a:ext uri="{9D8B030D-6E8A-4147-A177-3AD203B41FA5}">
                      <a16:colId xmlns:a16="http://schemas.microsoft.com/office/drawing/2014/main" val="1712497518"/>
                    </a:ext>
                  </a:extLst>
                </a:gridCol>
                <a:gridCol w="1954799">
                  <a:extLst>
                    <a:ext uri="{9D8B030D-6E8A-4147-A177-3AD203B41FA5}">
                      <a16:colId xmlns:a16="http://schemas.microsoft.com/office/drawing/2014/main" val="886122921"/>
                    </a:ext>
                  </a:extLst>
                </a:gridCol>
              </a:tblGrid>
              <a:tr h="396336">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362055">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83 – 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96 –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45 –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r>
                        <a:rPr lang="en-US" sz="1100" baseline="0" dirty="0">
                          <a:solidFill>
                            <a:schemeClr val="tx1"/>
                          </a:solidFill>
                        </a:rPr>
                        <a:t>                </a:t>
                      </a:r>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24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dirty="0">
                        <a:solidFill>
                          <a:srgbClr val="FF0000"/>
                        </a:solidFill>
                      </a:endParaRPr>
                    </a:p>
                    <a:p>
                      <a:pPr algn="ctr"/>
                      <a:endParaRPr lang="en-US" sz="2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53" name="TextBox 52">
            <a:extLst>
              <a:ext uri="{FF2B5EF4-FFF2-40B4-BE49-F238E27FC236}">
                <a16:creationId xmlns:a16="http://schemas.microsoft.com/office/drawing/2014/main" id="{503967FC-C8A5-343A-E89E-88149D1B1B8C}"/>
              </a:ext>
            </a:extLst>
          </p:cNvPr>
          <p:cNvSpPr txBox="1"/>
          <p:nvPr/>
        </p:nvSpPr>
        <p:spPr>
          <a:xfrm>
            <a:off x="1256788" y="3806380"/>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54" name="TextBox 53">
            <a:extLst>
              <a:ext uri="{FF2B5EF4-FFF2-40B4-BE49-F238E27FC236}">
                <a16:creationId xmlns:a16="http://schemas.microsoft.com/office/drawing/2014/main" id="{9C73088A-8FF0-E968-4A86-89488D0C7224}"/>
              </a:ext>
            </a:extLst>
          </p:cNvPr>
          <p:cNvSpPr txBox="1"/>
          <p:nvPr/>
        </p:nvSpPr>
        <p:spPr>
          <a:xfrm>
            <a:off x="5031393" y="380821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55" name="TextBox 54">
            <a:extLst>
              <a:ext uri="{FF2B5EF4-FFF2-40B4-BE49-F238E27FC236}">
                <a16:creationId xmlns:a16="http://schemas.microsoft.com/office/drawing/2014/main" id="{959D6F01-9ACA-09B8-3933-F0FBF9F0A130}"/>
              </a:ext>
            </a:extLst>
          </p:cNvPr>
          <p:cNvSpPr txBox="1"/>
          <p:nvPr/>
        </p:nvSpPr>
        <p:spPr>
          <a:xfrm>
            <a:off x="3093149" y="3803321"/>
            <a:ext cx="16434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56" name="Rectangle 55">
            <a:extLst>
              <a:ext uri="{FF2B5EF4-FFF2-40B4-BE49-F238E27FC236}">
                <a16:creationId xmlns:a16="http://schemas.microsoft.com/office/drawing/2014/main" id="{C3A6FC16-72A3-60CF-042B-9DEB93A35192}"/>
              </a:ext>
            </a:extLst>
          </p:cNvPr>
          <p:cNvSpPr/>
          <p:nvPr/>
        </p:nvSpPr>
        <p:spPr>
          <a:xfrm>
            <a:off x="0" y="29326"/>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Subtraction</a:t>
            </a:r>
            <a:endParaRPr lang="en-GB" sz="1200">
              <a:solidFill>
                <a:schemeClr val="bg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BE389FF-DAE7-6F96-75C7-708A33183366}"/>
                  </a:ext>
                </a:extLst>
              </p:cNvPr>
              <p:cNvSpPr txBox="1"/>
              <p:nvPr/>
            </p:nvSpPr>
            <p:spPr>
              <a:xfrm>
                <a:off x="154755" y="2196473"/>
                <a:ext cx="3230335" cy="1366336"/>
              </a:xfrm>
              <a:prstGeom prst="rect">
                <a:avLst/>
              </a:prstGeom>
              <a:noFill/>
            </p:spPr>
            <p:txBody>
              <a:bodyPr wrap="square" rtlCol="0">
                <a:spAutoFit/>
              </a:bodyPr>
              <a:lstStyle/>
              <a:p>
                <a:r>
                  <a:rPr lang="en-GB" sz="1200"/>
                  <a:t>5 – 2 = 3</a:t>
                </a:r>
              </a:p>
              <a:p>
                <a:r>
                  <a:rPr lang="en-GB" sz="1200"/>
                  <a:t>2 – 5 = -3</a:t>
                </a:r>
              </a:p>
              <a:p>
                <a:r>
                  <a:rPr lang="en-GB" sz="1200"/>
                  <a:t>-3 – 2 = -5</a:t>
                </a:r>
              </a:p>
              <a:p>
                <a:pPr/>
                <a14:m>
                  <m:oMathPara xmlns:m="http://schemas.openxmlformats.org/officeDocument/2006/math">
                    <m:oMathParaPr>
                      <m:jc m:val="left"/>
                    </m:oMathParaPr>
                    <m:oMath xmlns:m="http://schemas.openxmlformats.org/officeDocument/2006/math">
                      <m:f>
                        <m:fPr>
                          <m:ctrlPr>
                            <a:rPr lang="en-US" sz="1200" i="1" smtClean="0">
                              <a:latin typeface="Cambria Math" panose="02040503050406030204" pitchFamily="18" charset="0"/>
                            </a:rPr>
                          </m:ctrlPr>
                        </m:fPr>
                        <m:num>
                          <m:r>
                            <a:rPr lang="en-GB" sz="1200" b="0" i="1" smtClean="0">
                              <a:latin typeface="Cambria Math" panose="02040503050406030204" pitchFamily="18" charset="0"/>
                            </a:rPr>
                            <m:t>5</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3</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b="0"/>
              </a:p>
              <a:p>
                <a:r>
                  <a:rPr lang="en-US" sz="1200"/>
                  <a:t>0.5 – 0.3 = 0.2</a:t>
                </a:r>
              </a:p>
              <a:p>
                <a:r>
                  <a:rPr lang="en-US" sz="1200"/>
                  <a:t>5a – 2a = 3a </a:t>
                </a:r>
              </a:p>
            </p:txBody>
          </p:sp>
        </mc:Choice>
        <mc:Fallback xmlns="">
          <p:sp>
            <p:nvSpPr>
              <p:cNvPr id="5" name="TextBox 4">
                <a:extLst>
                  <a:ext uri="{FF2B5EF4-FFF2-40B4-BE49-F238E27FC236}">
                    <a16:creationId xmlns:a16="http://schemas.microsoft.com/office/drawing/2014/main" id="{8BE389FF-DAE7-6F96-75C7-708A33183366}"/>
                  </a:ext>
                </a:extLst>
              </p:cNvPr>
              <p:cNvSpPr txBox="1">
                <a:spLocks noRot="1" noChangeAspect="1" noMove="1" noResize="1" noEditPoints="1" noAdjustHandles="1" noChangeArrowheads="1" noChangeShapeType="1" noTextEdit="1"/>
              </p:cNvSpPr>
              <p:nvPr/>
            </p:nvSpPr>
            <p:spPr>
              <a:xfrm>
                <a:off x="154755" y="2196473"/>
                <a:ext cx="3230335" cy="1366336"/>
              </a:xfrm>
              <a:prstGeom prst="rect">
                <a:avLst/>
              </a:prstGeom>
              <a:blipFill>
                <a:blip r:embed="rId3"/>
                <a:stretch>
                  <a:fillRect b="-26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3863FB-8D89-287D-60FA-784F0286F6A5}"/>
                  </a:ext>
                </a:extLst>
              </p:cNvPr>
              <p:cNvSpPr txBox="1"/>
              <p:nvPr/>
            </p:nvSpPr>
            <p:spPr>
              <a:xfrm>
                <a:off x="3483844" y="2125059"/>
                <a:ext cx="4800600" cy="830997"/>
              </a:xfrm>
              <a:prstGeom prst="rect">
                <a:avLst/>
              </a:prstGeom>
              <a:noFill/>
            </p:spPr>
            <p:txBody>
              <a:bodyPr wrap="square">
                <a:spAutoFit/>
              </a:bodyPr>
              <a:lstStyle/>
              <a:p>
                <a:r>
                  <a:rPr lang="en-GB" sz="1200"/>
                  <a:t>3 + 2 = 5</a:t>
                </a:r>
              </a:p>
              <a:p>
                <a:r>
                  <a:rPr lang="en-GB" sz="1200"/>
                  <a:t>3 x 2 = 6</a:t>
                </a:r>
              </a:p>
              <a:p>
                <a:pPr/>
                <a14:m>
                  <m:oMathPara xmlns:m="http://schemas.openxmlformats.org/officeDocument/2006/math">
                    <m:oMathParaPr>
                      <m:jc m:val="left"/>
                    </m:oMathParaPr>
                    <m:oMath xmlns:m="http://schemas.openxmlformats.org/officeDocument/2006/math">
                      <m:r>
                        <a:rPr lang="en-GB" sz="1200" b="0" i="0" smtClean="0">
                          <a:latin typeface="Cambria Math" panose="02040503050406030204" pitchFamily="18" charset="0"/>
                          <a:ea typeface="Cambria Math" panose="02040503050406030204" pitchFamily="18" charset="0"/>
                        </a:rPr>
                        <m:t>8</m:t>
                      </m:r>
                      <m:r>
                        <a:rPr lang="en-GB" sz="120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2=4</m:t>
                      </m:r>
                    </m:oMath>
                  </m:oMathPara>
                </a14:m>
                <a:endParaRPr lang="en-GB" sz="1200"/>
              </a:p>
              <a:p>
                <a:endParaRPr lang="en-GB" sz="1200"/>
              </a:p>
            </p:txBody>
          </p:sp>
        </mc:Choice>
        <mc:Fallback xmlns="">
          <p:sp>
            <p:nvSpPr>
              <p:cNvPr id="8" name="TextBox 7">
                <a:extLst>
                  <a:ext uri="{FF2B5EF4-FFF2-40B4-BE49-F238E27FC236}">
                    <a16:creationId xmlns:a16="http://schemas.microsoft.com/office/drawing/2014/main" id="{0E3863FB-8D89-287D-60FA-784F0286F6A5}"/>
                  </a:ext>
                </a:extLst>
              </p:cNvPr>
              <p:cNvSpPr txBox="1">
                <a:spLocks noRot="1" noChangeAspect="1" noMove="1" noResize="1" noEditPoints="1" noAdjustHandles="1" noChangeArrowheads="1" noChangeShapeType="1" noTextEdit="1"/>
              </p:cNvSpPr>
              <p:nvPr/>
            </p:nvSpPr>
            <p:spPr>
              <a:xfrm>
                <a:off x="3483844" y="2125059"/>
                <a:ext cx="4800600" cy="830997"/>
              </a:xfrm>
              <a:prstGeom prst="rect">
                <a:avLst/>
              </a:prstGeom>
              <a:blipFill>
                <a:blip r:embed="rId4"/>
                <a:stretch>
                  <a:fillRect t="-735"/>
                </a:stretch>
              </a:blipFill>
            </p:spPr>
            <p:txBody>
              <a:bodyPr/>
              <a:lstStyle/>
              <a:p>
                <a:r>
                  <a:rPr lang="en-US">
                    <a:noFill/>
                  </a:rPr>
                  <a:t> </a:t>
                </a:r>
              </a:p>
            </p:txBody>
          </p:sp>
        </mc:Fallback>
      </mc:AlternateContent>
      <p:pic>
        <p:nvPicPr>
          <p:cNvPr id="3" name="Picture 28" descr="A picture containing chart">
            <a:extLst>
              <a:ext uri="{FF2B5EF4-FFF2-40B4-BE49-F238E27FC236}">
                <a16:creationId xmlns:a16="http://schemas.microsoft.com/office/drawing/2014/main" id="{8462FCA5-3D9D-6EF9-1FC7-0046B010C6B5}"/>
              </a:ext>
            </a:extLst>
          </p:cNvPr>
          <p:cNvPicPr>
            <a:picLocks noChangeAspect="1"/>
          </p:cNvPicPr>
          <p:nvPr/>
        </p:nvPicPr>
        <p:blipFill rotWithShape="1">
          <a:blip r:embed="rId5"/>
          <a:srcRect t="46807" b="-1"/>
          <a:stretch/>
        </p:blipFill>
        <p:spPr>
          <a:xfrm>
            <a:off x="264091" y="6996568"/>
            <a:ext cx="6200865" cy="2714610"/>
          </a:xfrm>
          <a:prstGeom prst="rect">
            <a:avLst/>
          </a:prstGeom>
        </p:spPr>
      </p:pic>
    </p:spTree>
    <p:extLst>
      <p:ext uri="{BB962C8B-B14F-4D97-AF65-F5344CB8AC3E}">
        <p14:creationId xmlns:p14="http://schemas.microsoft.com/office/powerpoint/2010/main" val="1267743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6</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4035838426"/>
              </p:ext>
            </p:extLst>
          </p:nvPr>
        </p:nvGraphicFramePr>
        <p:xfrm>
          <a:off x="159068" y="376853"/>
          <a:ext cx="6572478" cy="2826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5183 – 52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4782 – 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3494 - 23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1219267" y="99854"/>
            <a:ext cx="1410704"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4902722" y="93033"/>
            <a:ext cx="1643405" cy="276999"/>
          </a:xfrm>
          <a:prstGeom prst="rect">
            <a:avLst/>
          </a:prstGeom>
          <a:noFill/>
          <a:ln>
            <a:noFill/>
          </a:ln>
        </p:spPr>
        <p:txBody>
          <a:bodyPr wrap="square" rtlCol="0">
            <a:spAutoFit/>
          </a:bodyPr>
          <a:lstStyle/>
          <a:p>
            <a:r>
              <a:rPr lang="en-GB" sz="1200" b="1" i="1">
                <a:solidFill>
                  <a:srgbClr val="00B050"/>
                </a:solidFill>
              </a:rPr>
              <a:t>Example 18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2944644" y="80460"/>
            <a:ext cx="1643405"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15" name="Rectangle 14">
            <a:extLst>
              <a:ext uri="{FF2B5EF4-FFF2-40B4-BE49-F238E27FC236}">
                <a16:creationId xmlns:a16="http://schemas.microsoft.com/office/drawing/2014/main" id="{BB3279DA-9B48-9CA2-B20D-987460153031}"/>
              </a:ext>
            </a:extLst>
          </p:cNvPr>
          <p:cNvSpPr/>
          <p:nvPr/>
        </p:nvSpPr>
        <p:spPr>
          <a:xfrm>
            <a:off x="164101" y="3266782"/>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844868932"/>
              </p:ext>
            </p:extLst>
          </p:nvPr>
        </p:nvGraphicFramePr>
        <p:xfrm>
          <a:off x="159068" y="3664483"/>
          <a:ext cx="6572478" cy="4421616"/>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3632647821"/>
                    </a:ext>
                  </a:extLst>
                </a:gridCol>
                <a:gridCol w="2190826">
                  <a:extLst>
                    <a:ext uri="{9D8B030D-6E8A-4147-A177-3AD203B41FA5}">
                      <a16:colId xmlns:a16="http://schemas.microsoft.com/office/drawing/2014/main" val="1519449280"/>
                    </a:ext>
                  </a:extLst>
                </a:gridCol>
                <a:gridCol w="2190826">
                  <a:extLst>
                    <a:ext uri="{9D8B030D-6E8A-4147-A177-3AD203B41FA5}">
                      <a16:colId xmlns:a16="http://schemas.microsoft.com/office/drawing/2014/main" val="2021873984"/>
                    </a:ext>
                  </a:extLst>
                </a:gridCol>
              </a:tblGrid>
              <a:tr h="396336">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9. For the following questions, use the column method to work out the subtraction problems: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64007671"/>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a) 79 – 22</a:t>
                      </a: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b) 89 – 22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c) 89 – 11 </a:t>
                      </a: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468000">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p>
                      <a:endParaRPr lang="en-US" sz="1100" baseline="0" dirty="0">
                        <a:solidFill>
                          <a:schemeClr val="tx1"/>
                        </a:solidFill>
                        <a:latin typeface="+mn-lt"/>
                      </a:endParaRPr>
                    </a:p>
                    <a:p>
                      <a:endParaRPr lang="en-US" sz="1100" baseline="0" dirty="0">
                        <a:solidFill>
                          <a:schemeClr val="tx1"/>
                        </a:solidFill>
                        <a:latin typeface="+mn-lt"/>
                      </a:endParaRP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7699537"/>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d) 89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e) 19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f) 99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2126533"/>
                  </a:ext>
                </a:extLst>
              </a:tr>
              <a:tr h="468000">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5738095"/>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g) 197 – 12</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h) 297 – 12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err="1">
                          <a:solidFill>
                            <a:schemeClr val="tx1"/>
                          </a:solidFill>
                          <a:latin typeface="+mn-lt"/>
                        </a:rPr>
                        <a:t>i</a:t>
                      </a:r>
                      <a:r>
                        <a:rPr lang="en-US" sz="1100" baseline="0">
                          <a:solidFill>
                            <a:schemeClr val="tx1"/>
                          </a:solidFill>
                          <a:latin typeface="+mn-lt"/>
                        </a:rPr>
                        <a:t>) 297 – 61</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1597428"/>
                  </a:ext>
                </a:extLst>
              </a:tr>
              <a:tr h="468000">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0549009"/>
                  </a:ext>
                </a:extLst>
              </a:tr>
            </a:tbl>
          </a:graphicData>
        </a:graphic>
      </p:graphicFrame>
      <p:pic>
        <p:nvPicPr>
          <p:cNvPr id="5" name="Picture 28" descr="A picture containing chart">
            <a:extLst>
              <a:ext uri="{FF2B5EF4-FFF2-40B4-BE49-F238E27FC236}">
                <a16:creationId xmlns:a16="http://schemas.microsoft.com/office/drawing/2014/main" id="{312D778B-7A5F-2E42-F280-1627A0DCCA68}"/>
              </a:ext>
            </a:extLst>
          </p:cNvPr>
          <p:cNvPicPr>
            <a:picLocks noChangeAspect="1"/>
          </p:cNvPicPr>
          <p:nvPr/>
        </p:nvPicPr>
        <p:blipFill rotWithShape="1">
          <a:blip r:embed="rId3"/>
          <a:srcRect l="152" t="76582" r="-152" b="-155"/>
          <a:stretch/>
        </p:blipFill>
        <p:spPr>
          <a:xfrm>
            <a:off x="136435" y="8310987"/>
            <a:ext cx="6585129" cy="1277513"/>
          </a:xfrm>
          <a:prstGeom prst="rect">
            <a:avLst/>
          </a:prstGeom>
        </p:spPr>
      </p:pic>
    </p:spTree>
    <p:extLst>
      <p:ext uri="{BB962C8B-B14F-4D97-AF65-F5344CB8AC3E}">
        <p14:creationId xmlns:p14="http://schemas.microsoft.com/office/powerpoint/2010/main" val="3065678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378597"/>
            <a:ext cx="1543050" cy="527403"/>
          </a:xfrm>
        </p:spPr>
        <p:txBody>
          <a:bodyPr/>
          <a:lstStyle/>
          <a:p>
            <a:fld id="{19F1D9CC-7119-45EC-A96C-D8C0660F3AAB}" type="slidenum">
              <a:rPr lang="en-GB" smtClean="0"/>
              <a:t>7</a:t>
            </a:fld>
            <a:endParaRPr lang="en-GB"/>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085008769"/>
              </p:ext>
            </p:extLst>
          </p:nvPr>
        </p:nvGraphicFramePr>
        <p:xfrm>
          <a:off x="142760" y="195941"/>
          <a:ext cx="6585129" cy="7485020"/>
        </p:xfrm>
        <a:graphic>
          <a:graphicData uri="http://schemas.openxmlformats.org/drawingml/2006/table">
            <a:tbl>
              <a:tblPr firstRow="1" bandRow="1">
                <a:tableStyleId>{5C22544A-7EE6-4342-B048-85BDC9FD1C3A}</a:tableStyleId>
              </a:tblPr>
              <a:tblGrid>
                <a:gridCol w="2195043">
                  <a:extLst>
                    <a:ext uri="{9D8B030D-6E8A-4147-A177-3AD203B41FA5}">
                      <a16:colId xmlns:a16="http://schemas.microsoft.com/office/drawing/2014/main" val="3632647821"/>
                    </a:ext>
                  </a:extLst>
                </a:gridCol>
                <a:gridCol w="2195043">
                  <a:extLst>
                    <a:ext uri="{9D8B030D-6E8A-4147-A177-3AD203B41FA5}">
                      <a16:colId xmlns:a16="http://schemas.microsoft.com/office/drawing/2014/main" val="63703613"/>
                    </a:ext>
                  </a:extLst>
                </a:gridCol>
                <a:gridCol w="2195043">
                  <a:extLst>
                    <a:ext uri="{9D8B030D-6E8A-4147-A177-3AD203B41FA5}">
                      <a16:colId xmlns:a16="http://schemas.microsoft.com/office/drawing/2014/main" val="3534306915"/>
                    </a:ext>
                  </a:extLst>
                </a:gridCol>
              </a:tblGrid>
              <a:tr h="36918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j) 298 – 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k) 298 –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l) 497 –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053078"/>
                  </a:ext>
                </a:extLst>
              </a:tr>
              <a:tr h="36243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m) 785 – 512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n) 859 – 132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o) 557 – 319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9878384"/>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8265970"/>
                  </a:ext>
                </a:extLst>
              </a:tr>
              <a:tr h="3624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p) 946 – 230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q) 4854 – 1132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r) 4871 – 1540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176666"/>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9609196"/>
                  </a:ext>
                </a:extLst>
              </a:tr>
              <a:tr h="3412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s) 5792 – 4431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t) 4781 – 1650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u) 48832 – 14501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7092917"/>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4188326"/>
                  </a:ext>
                </a:extLst>
              </a:tr>
            </a:tbl>
          </a:graphicData>
        </a:graphic>
      </p:graphicFrame>
      <p:pic>
        <p:nvPicPr>
          <p:cNvPr id="2" name="Picture 28" descr="A picture containing chart">
            <a:extLst>
              <a:ext uri="{FF2B5EF4-FFF2-40B4-BE49-F238E27FC236}">
                <a16:creationId xmlns:a16="http://schemas.microsoft.com/office/drawing/2014/main" id="{1DF4766D-2CF0-9A8D-2370-B75D1AC95732}"/>
              </a:ext>
            </a:extLst>
          </p:cNvPr>
          <p:cNvPicPr>
            <a:picLocks noChangeAspect="1"/>
          </p:cNvPicPr>
          <p:nvPr/>
        </p:nvPicPr>
        <p:blipFill rotWithShape="1">
          <a:blip r:embed="rId3"/>
          <a:srcRect l="152" t="65679" r="-152" b="-155"/>
          <a:stretch/>
        </p:blipFill>
        <p:spPr>
          <a:xfrm>
            <a:off x="130110" y="7869381"/>
            <a:ext cx="6585129" cy="1679931"/>
          </a:xfrm>
          <a:prstGeom prst="rect">
            <a:avLst/>
          </a:prstGeom>
        </p:spPr>
      </p:pic>
    </p:spTree>
    <p:extLst>
      <p:ext uri="{BB962C8B-B14F-4D97-AF65-F5344CB8AC3E}">
        <p14:creationId xmlns:p14="http://schemas.microsoft.com/office/powerpoint/2010/main" val="2871142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92999" y="9356242"/>
            <a:ext cx="1543050" cy="527403"/>
          </a:xfrm>
        </p:spPr>
        <p:txBody>
          <a:bodyPr/>
          <a:lstStyle/>
          <a:p>
            <a:fld id="{19F1D9CC-7119-45EC-A96C-D8C0660F3AAB}" type="slidenum">
              <a:rPr lang="en-GB" smtClean="0"/>
              <a:t>8</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3103050968"/>
              </p:ext>
            </p:extLst>
          </p:nvPr>
        </p:nvGraphicFramePr>
        <p:xfrm>
          <a:off x="159068" y="475735"/>
          <a:ext cx="6572478" cy="3474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94 - 36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62 - 28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53 - 39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dirty="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0" baseline="0" dirty="0">
                        <a:solidFill>
                          <a:schemeClr val="tx1"/>
                        </a:solidFill>
                      </a:endParaRPr>
                    </a:p>
                    <a:p>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pPr algn="ctr"/>
                      <a:endParaRPr lang="en-US" sz="28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48000">
                <a:tc>
                  <a:txBody>
                    <a:bodyPr/>
                    <a:lstStyle/>
                    <a:p>
                      <a:r>
                        <a:rPr lang="en-GB" sz="1100" dirty="0">
                          <a:solidFill>
                            <a:schemeClr val="tx1"/>
                          </a:solidFill>
                        </a:rPr>
                        <a:t>3) Exchange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984546"/>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1136171" y="205557"/>
            <a:ext cx="1410704"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5055527" y="198736"/>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3097449" y="186163"/>
            <a:ext cx="1643405" cy="276999"/>
          </a:xfrm>
          <a:prstGeom prst="rect">
            <a:avLst/>
          </a:prstGeom>
          <a:noFill/>
          <a:ln>
            <a:noFill/>
          </a:ln>
        </p:spPr>
        <p:txBody>
          <a:bodyPr wrap="square" rtlCol="0">
            <a:spAutoFit/>
          </a:bodyPr>
          <a:lstStyle/>
          <a:p>
            <a:r>
              <a:rPr lang="en-GB" sz="1200" b="1" i="1" dirty="0">
                <a:solidFill>
                  <a:schemeClr val="accent2"/>
                </a:solidFill>
              </a:rPr>
              <a:t>Example 20 – We do…</a:t>
            </a:r>
          </a:p>
        </p:txBody>
      </p:sp>
      <p:graphicFrame>
        <p:nvGraphicFramePr>
          <p:cNvPr id="19" name="Table 18">
            <a:extLst>
              <a:ext uri="{FF2B5EF4-FFF2-40B4-BE49-F238E27FC236}">
                <a16:creationId xmlns:a16="http://schemas.microsoft.com/office/drawing/2014/main" id="{F94F5F6D-7804-8A2C-A65E-D3BBD7247C47}"/>
              </a:ext>
            </a:extLst>
          </p:cNvPr>
          <p:cNvGraphicFramePr>
            <a:graphicFrameLocks noGrp="1"/>
          </p:cNvGraphicFramePr>
          <p:nvPr>
            <p:extLst>
              <p:ext uri="{D42A27DB-BD31-4B8C-83A1-F6EECF244321}">
                <p14:modId xmlns:p14="http://schemas.microsoft.com/office/powerpoint/2010/main" val="3618150041"/>
              </p:ext>
            </p:extLst>
          </p:nvPr>
        </p:nvGraphicFramePr>
        <p:xfrm>
          <a:off x="126454" y="4259651"/>
          <a:ext cx="6572478" cy="3474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3417 - 58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6423 - 49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7342 - 95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2000" baseline="0" dirty="0">
                        <a:solidFill>
                          <a:schemeClr val="tx1"/>
                        </a:solidFill>
                      </a:endParaRPr>
                    </a:p>
                    <a:p>
                      <a:r>
                        <a:rPr lang="en-US" sz="2000" baseline="0" dirty="0">
                          <a:solidFill>
                            <a:schemeClr val="tx1"/>
                          </a:solidFill>
                        </a:rPr>
                        <a:t>      </a:t>
                      </a:r>
                      <a:endParaRPr lang="en-US" sz="20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48000">
                <a:tc>
                  <a:txBody>
                    <a:bodyPr/>
                    <a:lstStyle/>
                    <a:p>
                      <a:r>
                        <a:rPr lang="en-GB" sz="1100" dirty="0">
                          <a:solidFill>
                            <a:schemeClr val="tx1"/>
                          </a:solidFill>
                        </a:rPr>
                        <a:t>3) Exchange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984546"/>
                  </a:ext>
                </a:extLst>
              </a:tr>
            </a:tbl>
          </a:graphicData>
        </a:graphic>
      </p:graphicFrame>
      <p:sp>
        <p:nvSpPr>
          <p:cNvPr id="20" name="TextBox 19">
            <a:extLst>
              <a:ext uri="{FF2B5EF4-FFF2-40B4-BE49-F238E27FC236}">
                <a16:creationId xmlns:a16="http://schemas.microsoft.com/office/drawing/2014/main" id="{FCE9CFC5-3CDD-06B4-E19F-D8AC914D8216}"/>
              </a:ext>
            </a:extLst>
          </p:cNvPr>
          <p:cNvSpPr txBox="1"/>
          <p:nvPr/>
        </p:nvSpPr>
        <p:spPr>
          <a:xfrm>
            <a:off x="1103557" y="3982652"/>
            <a:ext cx="1410704" cy="276999"/>
          </a:xfrm>
          <a:prstGeom prst="rect">
            <a:avLst/>
          </a:prstGeom>
          <a:noFill/>
          <a:ln>
            <a:noFill/>
          </a:ln>
        </p:spPr>
        <p:txBody>
          <a:bodyPr wrap="square" rtlCol="0">
            <a:spAutoFit/>
          </a:bodyPr>
          <a:lstStyle/>
          <a:p>
            <a:r>
              <a:rPr lang="en-GB" sz="1200" b="1" i="1">
                <a:solidFill>
                  <a:srgbClr val="FF0000"/>
                </a:solidFill>
              </a:rPr>
              <a:t>Example 22 - I do…</a:t>
            </a:r>
          </a:p>
        </p:txBody>
      </p:sp>
      <p:sp>
        <p:nvSpPr>
          <p:cNvPr id="21" name="TextBox 20">
            <a:extLst>
              <a:ext uri="{FF2B5EF4-FFF2-40B4-BE49-F238E27FC236}">
                <a16:creationId xmlns:a16="http://schemas.microsoft.com/office/drawing/2014/main" id="{61DF5685-BDAA-C807-8B15-5277965DD91F}"/>
              </a:ext>
            </a:extLst>
          </p:cNvPr>
          <p:cNvSpPr txBox="1"/>
          <p:nvPr/>
        </p:nvSpPr>
        <p:spPr>
          <a:xfrm>
            <a:off x="5022913" y="3975831"/>
            <a:ext cx="1643405" cy="276999"/>
          </a:xfrm>
          <a:prstGeom prst="rect">
            <a:avLst/>
          </a:prstGeom>
          <a:noFill/>
          <a:ln>
            <a:noFill/>
          </a:ln>
        </p:spPr>
        <p:txBody>
          <a:bodyPr wrap="square" rtlCol="0">
            <a:spAutoFit/>
          </a:bodyPr>
          <a:lstStyle/>
          <a:p>
            <a:r>
              <a:rPr lang="en-GB" sz="1200" b="1" i="1">
                <a:solidFill>
                  <a:srgbClr val="00B050"/>
                </a:solidFill>
              </a:rPr>
              <a:t>Example 24 – You do…</a:t>
            </a:r>
          </a:p>
        </p:txBody>
      </p:sp>
      <p:sp>
        <p:nvSpPr>
          <p:cNvPr id="22" name="TextBox 21">
            <a:extLst>
              <a:ext uri="{FF2B5EF4-FFF2-40B4-BE49-F238E27FC236}">
                <a16:creationId xmlns:a16="http://schemas.microsoft.com/office/drawing/2014/main" id="{9C352657-AFD2-D318-8D59-A55EC81B4976}"/>
              </a:ext>
            </a:extLst>
          </p:cNvPr>
          <p:cNvSpPr txBox="1"/>
          <p:nvPr/>
        </p:nvSpPr>
        <p:spPr>
          <a:xfrm>
            <a:off x="3064835" y="3963258"/>
            <a:ext cx="1643405" cy="276999"/>
          </a:xfrm>
          <a:prstGeom prst="rect">
            <a:avLst/>
          </a:prstGeom>
          <a:noFill/>
          <a:ln>
            <a:noFill/>
          </a:ln>
        </p:spPr>
        <p:txBody>
          <a:bodyPr wrap="square" rtlCol="0">
            <a:spAutoFit/>
          </a:bodyPr>
          <a:lstStyle/>
          <a:p>
            <a:r>
              <a:rPr lang="en-GB" sz="1200" b="1" i="1">
                <a:solidFill>
                  <a:schemeClr val="accent2"/>
                </a:solidFill>
              </a:rPr>
              <a:t>Example 23 – We do…</a:t>
            </a:r>
          </a:p>
        </p:txBody>
      </p:sp>
      <p:pic>
        <p:nvPicPr>
          <p:cNvPr id="4" name="Picture 28" descr="A picture containing chart">
            <a:extLst>
              <a:ext uri="{FF2B5EF4-FFF2-40B4-BE49-F238E27FC236}">
                <a16:creationId xmlns:a16="http://schemas.microsoft.com/office/drawing/2014/main" id="{CA04DEEC-769A-62C5-161C-69A7CB40589E}"/>
              </a:ext>
            </a:extLst>
          </p:cNvPr>
          <p:cNvPicPr>
            <a:picLocks noChangeAspect="1"/>
          </p:cNvPicPr>
          <p:nvPr/>
        </p:nvPicPr>
        <p:blipFill rotWithShape="1">
          <a:blip r:embed="rId3"/>
          <a:srcRect l="152" t="65679" r="-152" b="5188"/>
          <a:stretch/>
        </p:blipFill>
        <p:spPr>
          <a:xfrm>
            <a:off x="126454" y="7851485"/>
            <a:ext cx="6585129" cy="1578780"/>
          </a:xfrm>
          <a:prstGeom prst="rect">
            <a:avLst/>
          </a:prstGeom>
        </p:spPr>
      </p:pic>
    </p:spTree>
    <p:extLst>
      <p:ext uri="{BB962C8B-B14F-4D97-AF65-F5344CB8AC3E}">
        <p14:creationId xmlns:p14="http://schemas.microsoft.com/office/powerpoint/2010/main" val="3125050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9</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59068" y="10443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083801217"/>
              </p:ext>
            </p:extLst>
          </p:nvPr>
        </p:nvGraphicFramePr>
        <p:xfrm>
          <a:off x="124693" y="444891"/>
          <a:ext cx="6574239" cy="9020079"/>
        </p:xfrm>
        <a:graphic>
          <a:graphicData uri="http://schemas.openxmlformats.org/drawingml/2006/table">
            <a:tbl>
              <a:tblPr firstRow="1" bandRow="1">
                <a:tableStyleId>{5C22544A-7EE6-4342-B048-85BDC9FD1C3A}</a:tableStyleId>
              </a:tblPr>
              <a:tblGrid>
                <a:gridCol w="2191413">
                  <a:extLst>
                    <a:ext uri="{9D8B030D-6E8A-4147-A177-3AD203B41FA5}">
                      <a16:colId xmlns:a16="http://schemas.microsoft.com/office/drawing/2014/main" val="3632647821"/>
                    </a:ext>
                  </a:extLst>
                </a:gridCol>
                <a:gridCol w="2191413">
                  <a:extLst>
                    <a:ext uri="{9D8B030D-6E8A-4147-A177-3AD203B41FA5}">
                      <a16:colId xmlns:a16="http://schemas.microsoft.com/office/drawing/2014/main" val="1138827502"/>
                    </a:ext>
                  </a:extLst>
                </a:gridCol>
                <a:gridCol w="2191413">
                  <a:extLst>
                    <a:ext uri="{9D8B030D-6E8A-4147-A177-3AD203B41FA5}">
                      <a16:colId xmlns:a16="http://schemas.microsoft.com/office/drawing/2014/main" val="1418808595"/>
                    </a:ext>
                  </a:extLst>
                </a:gridCol>
              </a:tblGrid>
              <a:tr h="346816">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10. For the following questions, use the column method to work out the subtraction problems: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64007671"/>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a) 67 –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78 – 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c) 92 - 38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8829583"/>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105 – 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e) 123 - 89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150 - 62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4023382"/>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5242807"/>
                  </a:ext>
                </a:extLst>
              </a:tr>
              <a:tr h="33167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g) 156 - 74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h) 187 - 105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err="1">
                          <a:solidFill>
                            <a:schemeClr val="tx1"/>
                          </a:solidFill>
                          <a:latin typeface="+mn-lt"/>
                        </a:rPr>
                        <a:t>i</a:t>
                      </a:r>
                      <a:r>
                        <a:rPr lang="en-US" sz="1200" baseline="0" dirty="0">
                          <a:solidFill>
                            <a:schemeClr val="tx1"/>
                          </a:solidFill>
                          <a:latin typeface="+mn-lt"/>
                        </a:rPr>
                        <a:t>) 267 – 194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1924963"/>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9894713"/>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j) 312 – 187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k) 398 – 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l) 1452 - 898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9963981"/>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87784"/>
                  </a:ext>
                </a:extLst>
              </a:tr>
            </a:tbl>
          </a:graphicData>
        </a:graphic>
      </p:graphicFrame>
    </p:spTree>
    <p:extLst>
      <p:ext uri="{BB962C8B-B14F-4D97-AF65-F5344CB8AC3E}">
        <p14:creationId xmlns:p14="http://schemas.microsoft.com/office/powerpoint/2010/main" val="689078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10</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64101" y="3435487"/>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279512367"/>
              </p:ext>
            </p:extLst>
          </p:nvPr>
        </p:nvGraphicFramePr>
        <p:xfrm>
          <a:off x="164101" y="3786358"/>
          <a:ext cx="6572478" cy="5895360"/>
        </p:xfrm>
        <a:graphic>
          <a:graphicData uri="http://schemas.openxmlformats.org/drawingml/2006/table">
            <a:tbl>
              <a:tblPr firstRow="1" bandRow="1">
                <a:tableStyleId>{5C22544A-7EE6-4342-B048-85BDC9FD1C3A}</a:tableStyleId>
              </a:tblPr>
              <a:tblGrid>
                <a:gridCol w="6572478">
                  <a:extLst>
                    <a:ext uri="{9D8B030D-6E8A-4147-A177-3AD203B41FA5}">
                      <a16:colId xmlns:a16="http://schemas.microsoft.com/office/drawing/2014/main" val="3632647821"/>
                    </a:ext>
                  </a:extLst>
                </a:gridCol>
              </a:tblGrid>
              <a:tr h="468000">
                <a:tc>
                  <a:txBody>
                    <a:bodyPr/>
                    <a:lstStyle/>
                    <a:p>
                      <a:r>
                        <a:rPr lang="en-GB" sz="1200" b="0" dirty="0">
                          <a:solidFill>
                            <a:schemeClr val="tx1"/>
                          </a:solidFill>
                        </a:rPr>
                        <a:t>11. Sarah buys an apple for 41p and a banana for 27p. </a:t>
                      </a:r>
                    </a:p>
                    <a:p>
                      <a:r>
                        <a:rPr lang="en-GB" sz="1200" b="0" dirty="0">
                          <a:solidFill>
                            <a:schemeClr val="tx1"/>
                          </a:solidFill>
                        </a:rPr>
                        <a:t>How much more expensive is an apple than a banana? </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9501847"/>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a:txBody>
                    <a:bodyPr/>
                    <a:lstStyle/>
                    <a:p>
                      <a:r>
                        <a:rPr lang="en-GB" sz="1200" dirty="0"/>
                        <a:t>12. Kelly has 76 marbles and Hannah has 102 marbles. </a:t>
                      </a:r>
                    </a:p>
                    <a:p>
                      <a:r>
                        <a:rPr lang="en-GB" sz="1200" dirty="0"/>
                        <a:t>How many more marble does Hannah have than Kelly?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0371147"/>
                  </a:ext>
                </a:extLst>
              </a:tr>
              <a:tr h="468000">
                <a:tc>
                  <a:txBody>
                    <a:bodyPr/>
                    <a:lstStyle/>
                    <a:p>
                      <a:endParaRPr lang="en-US" sz="1200" baseline="0" dirty="0">
                        <a:solidFill>
                          <a:schemeClr val="tx1"/>
                        </a:solidFill>
                        <a:latin typeface="+mn-lt"/>
                      </a:endParaRPr>
                    </a:p>
                    <a:p>
                      <a:endParaRPr lang="en-US" sz="1200" b="1" baseline="0" dirty="0">
                        <a:solidFill>
                          <a:srgbClr val="FF0000"/>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9289617"/>
                  </a:ext>
                </a:extLst>
              </a:tr>
              <a:tr h="468000">
                <a:tc>
                  <a:txBody>
                    <a:bodyPr/>
                    <a:lstStyle/>
                    <a:p>
                      <a:r>
                        <a:rPr lang="en-GB" sz="1200" dirty="0"/>
                        <a:t>13. At a football match there are 2942 Rovers fans and 9381 City fans.</a:t>
                      </a:r>
                    </a:p>
                    <a:p>
                      <a:r>
                        <a:rPr lang="en-GB" sz="1200" dirty="0"/>
                        <a:t>How many more fans did City have?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5895376"/>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209200"/>
                  </a:ext>
                </a:extLst>
              </a:tr>
              <a:tr h="468000">
                <a:tc>
                  <a:txBody>
                    <a:bodyPr/>
                    <a:lstStyle/>
                    <a:p>
                      <a:r>
                        <a:rPr lang="en-GB" sz="1200" dirty="0"/>
                        <a:t>14. Theo wants to buy a laptop that costs £425. Theo has saved £267 so far. How much more money does Theo need to save?</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8114210"/>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2291101"/>
                  </a:ext>
                </a:extLst>
              </a:tr>
            </a:tbl>
          </a:graphicData>
        </a:graphic>
      </p:graphicFrame>
      <p:graphicFrame>
        <p:nvGraphicFramePr>
          <p:cNvPr id="2" name="Table 1">
            <a:extLst>
              <a:ext uri="{FF2B5EF4-FFF2-40B4-BE49-F238E27FC236}">
                <a16:creationId xmlns:a16="http://schemas.microsoft.com/office/drawing/2014/main" id="{27CA179B-8DE4-F118-F9B1-41432CFB0F1C}"/>
              </a:ext>
            </a:extLst>
          </p:cNvPr>
          <p:cNvGraphicFramePr>
            <a:graphicFrameLocks noGrp="1"/>
          </p:cNvGraphicFramePr>
          <p:nvPr>
            <p:extLst>
              <p:ext uri="{D42A27DB-BD31-4B8C-83A1-F6EECF244321}">
                <p14:modId xmlns:p14="http://schemas.microsoft.com/office/powerpoint/2010/main" val="309170340"/>
              </p:ext>
            </p:extLst>
          </p:nvPr>
        </p:nvGraphicFramePr>
        <p:xfrm>
          <a:off x="159068" y="376853"/>
          <a:ext cx="6572478" cy="2872504"/>
        </p:xfrm>
        <a:graphic>
          <a:graphicData uri="http://schemas.openxmlformats.org/drawingml/2006/table">
            <a:tbl>
              <a:tblPr firstRow="1" bandRow="1">
                <a:tableStyleId>{5C22544A-7EE6-4342-B048-85BDC9FD1C3A}</a:tableStyleId>
              </a:tblPr>
              <a:tblGrid>
                <a:gridCol w="1434601">
                  <a:extLst>
                    <a:ext uri="{9D8B030D-6E8A-4147-A177-3AD203B41FA5}">
                      <a16:colId xmlns:a16="http://schemas.microsoft.com/office/drawing/2014/main" val="1568142362"/>
                    </a:ext>
                  </a:extLst>
                </a:gridCol>
                <a:gridCol w="1541417">
                  <a:extLst>
                    <a:ext uri="{9D8B030D-6E8A-4147-A177-3AD203B41FA5}">
                      <a16:colId xmlns:a16="http://schemas.microsoft.com/office/drawing/2014/main" val="3551711160"/>
                    </a:ext>
                  </a:extLst>
                </a:gridCol>
                <a:gridCol w="1841863">
                  <a:extLst>
                    <a:ext uri="{9D8B030D-6E8A-4147-A177-3AD203B41FA5}">
                      <a16:colId xmlns:a16="http://schemas.microsoft.com/office/drawing/2014/main" val="1712497518"/>
                    </a:ext>
                  </a:extLst>
                </a:gridCol>
                <a:gridCol w="1754597">
                  <a:extLst>
                    <a:ext uri="{9D8B030D-6E8A-4147-A177-3AD203B41FA5}">
                      <a16:colId xmlns:a16="http://schemas.microsoft.com/office/drawing/2014/main" val="886122921"/>
                    </a:ext>
                  </a:extLst>
                </a:gridCol>
              </a:tblGrid>
              <a:tr h="12029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John buys a chocolate bar for £1.55 and a lemonade for £0.98.</a:t>
                      </a:r>
                    </a:p>
                    <a:p>
                      <a:pPr algn="ctr"/>
                      <a:r>
                        <a:rPr lang="en-GB" sz="1100" b="0" i="0" kern="1200" dirty="0">
                          <a:solidFill>
                            <a:schemeClr val="dk1"/>
                          </a:solidFill>
                          <a:effectLst/>
                          <a:latin typeface="+mn-lt"/>
                          <a:ea typeface="+mn-ea"/>
                          <a:cs typeface="+mn-cs"/>
                        </a:rPr>
                        <a:t>How much more expensive is the chocolate bar than the lemonade?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At a football match, there are 8509 united fans and 6883 city fans.</a:t>
                      </a:r>
                    </a:p>
                    <a:p>
                      <a:pPr algn="ctr"/>
                      <a:r>
                        <a:rPr lang="en-GB" sz="1100" b="0" i="0" kern="1200" dirty="0">
                          <a:solidFill>
                            <a:schemeClr val="dk1"/>
                          </a:solidFill>
                          <a:effectLst/>
                          <a:latin typeface="+mn-lt"/>
                          <a:ea typeface="+mn-ea"/>
                          <a:cs typeface="+mn-cs"/>
                        </a:rPr>
                        <a:t>How many more united fans are there than city fans?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Kelly has 25 marbles and Hannah has 144 marbles. </a:t>
                      </a:r>
                    </a:p>
                    <a:p>
                      <a:pPr algn="ctr"/>
                      <a:r>
                        <a:rPr lang="en-GB" sz="1100" b="0" i="0" kern="1200" dirty="0">
                          <a:solidFill>
                            <a:schemeClr val="dk1"/>
                          </a:solidFill>
                          <a:effectLst/>
                          <a:latin typeface="+mn-lt"/>
                          <a:ea typeface="+mn-ea"/>
                          <a:cs typeface="+mn-cs"/>
                        </a:rPr>
                        <a:t>How many more marble does Hannah have than Kelly?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03792">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03792">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E743F075-C6D5-BBF5-5FF9-F86273B022B2}"/>
              </a:ext>
            </a:extLst>
          </p:cNvPr>
          <p:cNvSpPr txBox="1"/>
          <p:nvPr/>
        </p:nvSpPr>
        <p:spPr>
          <a:xfrm>
            <a:off x="1699424" y="14745"/>
            <a:ext cx="1410704" cy="276999"/>
          </a:xfrm>
          <a:prstGeom prst="rect">
            <a:avLst/>
          </a:prstGeom>
          <a:noFill/>
          <a:ln>
            <a:noFill/>
          </a:ln>
        </p:spPr>
        <p:txBody>
          <a:bodyPr wrap="square" rtlCol="0">
            <a:spAutoFit/>
          </a:bodyPr>
          <a:lstStyle/>
          <a:p>
            <a:r>
              <a:rPr lang="en-GB" sz="1200" b="1" i="1" dirty="0">
                <a:solidFill>
                  <a:srgbClr val="FF0000"/>
                </a:solidFill>
              </a:rPr>
              <a:t>Example 25 - I do…</a:t>
            </a:r>
          </a:p>
        </p:txBody>
      </p:sp>
      <p:sp>
        <p:nvSpPr>
          <p:cNvPr id="5" name="TextBox 4">
            <a:extLst>
              <a:ext uri="{FF2B5EF4-FFF2-40B4-BE49-F238E27FC236}">
                <a16:creationId xmlns:a16="http://schemas.microsoft.com/office/drawing/2014/main" id="{7458BDFE-01DD-55C5-9B1A-4DCA4A2F823C}"/>
              </a:ext>
            </a:extLst>
          </p:cNvPr>
          <p:cNvSpPr txBox="1"/>
          <p:nvPr/>
        </p:nvSpPr>
        <p:spPr>
          <a:xfrm>
            <a:off x="5088141" y="12573"/>
            <a:ext cx="1643405" cy="276999"/>
          </a:xfrm>
          <a:prstGeom prst="rect">
            <a:avLst/>
          </a:prstGeom>
          <a:noFill/>
          <a:ln>
            <a:noFill/>
          </a:ln>
        </p:spPr>
        <p:txBody>
          <a:bodyPr wrap="square" rtlCol="0">
            <a:spAutoFit/>
          </a:bodyPr>
          <a:lstStyle/>
          <a:p>
            <a:r>
              <a:rPr lang="en-GB" sz="1200" b="1" i="1" dirty="0">
                <a:solidFill>
                  <a:srgbClr val="00B050"/>
                </a:solidFill>
              </a:rPr>
              <a:t>Example 27 – You do…</a:t>
            </a:r>
          </a:p>
        </p:txBody>
      </p:sp>
      <p:sp>
        <p:nvSpPr>
          <p:cNvPr id="6" name="TextBox 5">
            <a:extLst>
              <a:ext uri="{FF2B5EF4-FFF2-40B4-BE49-F238E27FC236}">
                <a16:creationId xmlns:a16="http://schemas.microsoft.com/office/drawing/2014/main" id="{8D46505B-51D8-0A0E-3D50-5B444E6465D7}"/>
              </a:ext>
            </a:extLst>
          </p:cNvPr>
          <p:cNvSpPr txBox="1"/>
          <p:nvPr/>
        </p:nvSpPr>
        <p:spPr>
          <a:xfrm>
            <a:off x="3277432" y="12573"/>
            <a:ext cx="1643405" cy="276999"/>
          </a:xfrm>
          <a:prstGeom prst="rect">
            <a:avLst/>
          </a:prstGeom>
          <a:noFill/>
          <a:ln>
            <a:noFill/>
          </a:ln>
        </p:spPr>
        <p:txBody>
          <a:bodyPr wrap="square" rtlCol="0">
            <a:spAutoFit/>
          </a:bodyPr>
          <a:lstStyle/>
          <a:p>
            <a:r>
              <a:rPr lang="en-GB" sz="1200" b="1" i="1" dirty="0">
                <a:solidFill>
                  <a:schemeClr val="accent2"/>
                </a:solidFill>
              </a:rPr>
              <a:t>Example 26 – We do…</a:t>
            </a:r>
          </a:p>
        </p:txBody>
      </p:sp>
    </p:spTree>
    <p:extLst>
      <p:ext uri="{BB962C8B-B14F-4D97-AF65-F5344CB8AC3E}">
        <p14:creationId xmlns:p14="http://schemas.microsoft.com/office/powerpoint/2010/main" val="227573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11</a:t>
            </a:fld>
            <a:endParaRPr lang="en-GB"/>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12382516"/>
              </p:ext>
            </p:extLst>
          </p:nvPr>
        </p:nvGraphicFramePr>
        <p:xfrm>
          <a:off x="173758" y="194073"/>
          <a:ext cx="6566676" cy="7917840"/>
        </p:xfrm>
        <a:graphic>
          <a:graphicData uri="http://schemas.openxmlformats.org/drawingml/2006/table">
            <a:tbl>
              <a:tblPr firstRow="1" bandRow="1">
                <a:tableStyleId>{5C22544A-7EE6-4342-B048-85BDC9FD1C3A}</a:tableStyleId>
              </a:tblPr>
              <a:tblGrid>
                <a:gridCol w="1906941">
                  <a:extLst>
                    <a:ext uri="{9D8B030D-6E8A-4147-A177-3AD203B41FA5}">
                      <a16:colId xmlns:a16="http://schemas.microsoft.com/office/drawing/2014/main" val="3632647821"/>
                    </a:ext>
                  </a:extLst>
                </a:gridCol>
                <a:gridCol w="1409031">
                  <a:extLst>
                    <a:ext uri="{9D8B030D-6E8A-4147-A177-3AD203B41FA5}">
                      <a16:colId xmlns:a16="http://schemas.microsoft.com/office/drawing/2014/main" val="3560104441"/>
                    </a:ext>
                  </a:extLst>
                </a:gridCol>
                <a:gridCol w="920837">
                  <a:extLst>
                    <a:ext uri="{9D8B030D-6E8A-4147-A177-3AD203B41FA5}">
                      <a16:colId xmlns:a16="http://schemas.microsoft.com/office/drawing/2014/main" val="3607570541"/>
                    </a:ext>
                  </a:extLst>
                </a:gridCol>
                <a:gridCol w="2329867">
                  <a:extLst>
                    <a:ext uri="{9D8B030D-6E8A-4147-A177-3AD203B41FA5}">
                      <a16:colId xmlns:a16="http://schemas.microsoft.com/office/drawing/2014/main" val="2502636195"/>
                    </a:ext>
                  </a:extLst>
                </a:gridCol>
              </a:tblGrid>
              <a:tr h="468000">
                <a:tc gridSpan="4">
                  <a:txBody>
                    <a:bodyPr/>
                    <a:lstStyle/>
                    <a:p>
                      <a:r>
                        <a:rPr lang="en-GB" sz="1200" b="0" dirty="0">
                          <a:solidFill>
                            <a:schemeClr val="tx1"/>
                          </a:solidFill>
                        </a:rPr>
                        <a:t>15. For the following questions, fill in the missing numbers.</a:t>
                      </a: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89501847"/>
                  </a:ext>
                </a:extLst>
              </a:tr>
              <a:tr h="468000">
                <a:tc>
                  <a:txBody>
                    <a:bodyPr/>
                    <a:lstStyle/>
                    <a:p>
                      <a:r>
                        <a:rPr lang="en-US" sz="1200" baseline="0" dirty="0">
                          <a:solidFill>
                            <a:schemeClr val="tx1"/>
                          </a:solidFill>
                          <a:latin typeface="+mn-lt"/>
                        </a:rPr>
                        <a:t>a) </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n-US" sz="1200" baseline="0" dirty="0">
                          <a:solidFill>
                            <a:schemeClr val="tx1"/>
                          </a:solidFill>
                          <a:latin typeface="+mn-lt"/>
                        </a:rPr>
                        <a:t>b) </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a:txBody>
                    <a:bodyPr/>
                    <a:lstStyle/>
                    <a:p>
                      <a:r>
                        <a:rPr lang="en-US" sz="1200" baseline="0" dirty="0">
                          <a:solidFill>
                            <a:schemeClr val="tx1"/>
                          </a:solidFill>
                          <a:latin typeface="+mn-lt"/>
                        </a:rPr>
                        <a:t>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41604291"/>
                  </a:ext>
                </a:extLst>
              </a:tr>
              <a:tr h="468000">
                <a:tc gridSpan="2">
                  <a:txBody>
                    <a:bodyPr/>
                    <a:lstStyle/>
                    <a:p>
                      <a:r>
                        <a:rPr lang="en-US" sz="1200" baseline="0" dirty="0">
                          <a:solidFill>
                            <a:schemeClr val="tx1"/>
                          </a:solidFill>
                          <a:latin typeface="+mn-lt"/>
                        </a:rPr>
                        <a:t>16. The table shows the lengths of three rivers.</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gridSpan="2">
                  <a:txBody>
                    <a:bodyPr/>
                    <a:lstStyle/>
                    <a:p>
                      <a:r>
                        <a:rPr lang="en-GB" sz="1200" dirty="0"/>
                        <a:t>How much longer is the Nile than the combined lengths of the other two rivers?</a:t>
                      </a:r>
                    </a:p>
                    <a:p>
                      <a:endParaRPr lang="en-GB"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extLst>
                  <a:ext uri="{0D108BD9-81ED-4DB2-BD59-A6C34878D82A}">
                    <a16:rowId xmlns:a16="http://schemas.microsoft.com/office/drawing/2014/main" val="2420371147"/>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09289617"/>
                  </a:ext>
                </a:extLst>
              </a:tr>
              <a:tr h="468000">
                <a:tc gridSpan="4">
                  <a:txBody>
                    <a:bodyPr/>
                    <a:lstStyle/>
                    <a:p>
                      <a:r>
                        <a:rPr lang="en-GB" sz="1200" dirty="0"/>
                        <a:t>17. Work out the difference between 234,789 and 502,113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15895376"/>
                  </a:ext>
                </a:extLst>
              </a:tr>
              <a:tr h="468000">
                <a:tc gridSpan="4">
                  <a:txBody>
                    <a:bodyPr/>
                    <a:lstStyle/>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5209200"/>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134154409"/>
                  </a:ext>
                </a:extLst>
              </a:tr>
            </a:tbl>
          </a:graphicData>
        </a:graphic>
      </p:graphicFrame>
      <p:pic>
        <p:nvPicPr>
          <p:cNvPr id="10" name="Picture 9">
            <a:extLst>
              <a:ext uri="{FF2B5EF4-FFF2-40B4-BE49-F238E27FC236}">
                <a16:creationId xmlns:a16="http://schemas.microsoft.com/office/drawing/2014/main" id="{BAFCE4B1-DAEB-B07C-84B8-AB09A8DA0B13}"/>
              </a:ext>
            </a:extLst>
          </p:cNvPr>
          <p:cNvPicPr>
            <a:picLocks noChangeAspect="1"/>
          </p:cNvPicPr>
          <p:nvPr/>
        </p:nvPicPr>
        <p:blipFill>
          <a:blip r:embed="rId3"/>
          <a:stretch>
            <a:fillRect/>
          </a:stretch>
        </p:blipFill>
        <p:spPr>
          <a:xfrm>
            <a:off x="444563" y="3463234"/>
            <a:ext cx="2816590" cy="1489766"/>
          </a:xfrm>
          <a:prstGeom prst="rect">
            <a:avLst/>
          </a:prstGeom>
        </p:spPr>
      </p:pic>
      <p:pic>
        <p:nvPicPr>
          <p:cNvPr id="2" name="Picture 28" descr="A picture containing chart">
            <a:extLst>
              <a:ext uri="{FF2B5EF4-FFF2-40B4-BE49-F238E27FC236}">
                <a16:creationId xmlns:a16="http://schemas.microsoft.com/office/drawing/2014/main" id="{9FCCDC1D-A647-D74D-59D3-2F93F5C365A7}"/>
              </a:ext>
            </a:extLst>
          </p:cNvPr>
          <p:cNvPicPr>
            <a:picLocks noChangeAspect="1"/>
          </p:cNvPicPr>
          <p:nvPr/>
        </p:nvPicPr>
        <p:blipFill rotWithShape="1">
          <a:blip r:embed="rId4"/>
          <a:srcRect l="152" t="60122" r="-152" b="2422"/>
          <a:stretch/>
        </p:blipFill>
        <p:spPr>
          <a:xfrm>
            <a:off x="117566" y="7781210"/>
            <a:ext cx="6585129" cy="2029788"/>
          </a:xfrm>
          <a:prstGeom prst="rect">
            <a:avLst/>
          </a:prstGeom>
        </p:spPr>
      </p:pic>
      <p:pic>
        <p:nvPicPr>
          <p:cNvPr id="5" name="Picture 4">
            <a:extLst>
              <a:ext uri="{FF2B5EF4-FFF2-40B4-BE49-F238E27FC236}">
                <a16:creationId xmlns:a16="http://schemas.microsoft.com/office/drawing/2014/main" id="{81310083-C438-48A5-DC9F-F53A0C888BAE}"/>
              </a:ext>
            </a:extLst>
          </p:cNvPr>
          <p:cNvPicPr>
            <a:picLocks noChangeAspect="1"/>
          </p:cNvPicPr>
          <p:nvPr/>
        </p:nvPicPr>
        <p:blipFill>
          <a:blip r:embed="rId5"/>
          <a:stretch>
            <a:fillRect/>
          </a:stretch>
        </p:blipFill>
        <p:spPr>
          <a:xfrm>
            <a:off x="444563" y="766131"/>
            <a:ext cx="1086002" cy="1228896"/>
          </a:xfrm>
          <a:prstGeom prst="rect">
            <a:avLst/>
          </a:prstGeom>
        </p:spPr>
      </p:pic>
      <p:pic>
        <p:nvPicPr>
          <p:cNvPr id="7" name="Picture 6">
            <a:extLst>
              <a:ext uri="{FF2B5EF4-FFF2-40B4-BE49-F238E27FC236}">
                <a16:creationId xmlns:a16="http://schemas.microsoft.com/office/drawing/2014/main" id="{59E9E661-D18D-2B5B-3283-5957505864DC}"/>
              </a:ext>
            </a:extLst>
          </p:cNvPr>
          <p:cNvPicPr>
            <a:picLocks noChangeAspect="1"/>
          </p:cNvPicPr>
          <p:nvPr/>
        </p:nvPicPr>
        <p:blipFill>
          <a:blip r:embed="rId6"/>
          <a:stretch>
            <a:fillRect/>
          </a:stretch>
        </p:blipFill>
        <p:spPr>
          <a:xfrm>
            <a:off x="2359122" y="766131"/>
            <a:ext cx="1419423" cy="1228896"/>
          </a:xfrm>
          <a:prstGeom prst="rect">
            <a:avLst/>
          </a:prstGeom>
        </p:spPr>
      </p:pic>
      <p:pic>
        <p:nvPicPr>
          <p:cNvPr id="9" name="Picture 8">
            <a:extLst>
              <a:ext uri="{FF2B5EF4-FFF2-40B4-BE49-F238E27FC236}">
                <a16:creationId xmlns:a16="http://schemas.microsoft.com/office/drawing/2014/main" id="{DAE50CE9-2FC4-C5A5-5E79-C9DDBC2866BA}"/>
              </a:ext>
            </a:extLst>
          </p:cNvPr>
          <p:cNvPicPr>
            <a:picLocks noChangeAspect="1"/>
          </p:cNvPicPr>
          <p:nvPr/>
        </p:nvPicPr>
        <p:blipFill>
          <a:blip r:embed="rId7"/>
          <a:stretch>
            <a:fillRect/>
          </a:stretch>
        </p:blipFill>
        <p:spPr>
          <a:xfrm>
            <a:off x="4607102" y="824789"/>
            <a:ext cx="1524213" cy="1171739"/>
          </a:xfrm>
          <a:prstGeom prst="rect">
            <a:avLst/>
          </a:prstGeom>
        </p:spPr>
      </p:pic>
    </p:spTree>
    <p:extLst>
      <p:ext uri="{BB962C8B-B14F-4D97-AF65-F5344CB8AC3E}">
        <p14:creationId xmlns:p14="http://schemas.microsoft.com/office/powerpoint/2010/main" val="3987130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94092" y="9400028"/>
            <a:ext cx="1543050" cy="527403"/>
          </a:xfrm>
        </p:spPr>
        <p:txBody>
          <a:bodyPr/>
          <a:lstStyle/>
          <a:p>
            <a:fld id="{19F1D9CC-7119-45EC-A96C-D8C0660F3AAB}" type="slidenum">
              <a:rPr lang="en-GB" smtClean="0"/>
              <a:t>12</a:t>
            </a:fld>
            <a:endParaRPr lang="en-GB" dirty="0"/>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3511109022"/>
              </p:ext>
            </p:extLst>
          </p:nvPr>
        </p:nvGraphicFramePr>
        <p:xfrm>
          <a:off x="142761" y="207136"/>
          <a:ext cx="6572478" cy="679896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3632647821"/>
                    </a:ext>
                  </a:extLst>
                </a:gridCol>
                <a:gridCol w="3286239">
                  <a:extLst>
                    <a:ext uri="{9D8B030D-6E8A-4147-A177-3AD203B41FA5}">
                      <a16:colId xmlns:a16="http://schemas.microsoft.com/office/drawing/2014/main" val="967335964"/>
                    </a:ext>
                  </a:extLst>
                </a:gridCol>
              </a:tblGrid>
              <a:tr h="468000">
                <a:tc>
                  <a:txBody>
                    <a:bodyPr/>
                    <a:lstStyle/>
                    <a:p>
                      <a:r>
                        <a:rPr lang="en-GB" sz="1200" b="0" dirty="0">
                          <a:solidFill>
                            <a:schemeClr val="tx1"/>
                          </a:solidFill>
                        </a:rPr>
                        <a:t>18. This table shows the number of people living in various cities in England.</a:t>
                      </a:r>
                    </a:p>
                    <a:p>
                      <a:endParaRPr lang="en-GB" sz="1200" b="0" dirty="0">
                        <a:solidFill>
                          <a:schemeClr val="tx1"/>
                        </a:solidFill>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How many more people live in Birmingham than Preston?</a:t>
                      </a:r>
                    </a:p>
                    <a:p>
                      <a:endParaRPr lang="en-GB"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gridSpan="2">
                  <a:txBody>
                    <a:bodyPr/>
                    <a:lstStyle/>
                    <a:p>
                      <a:r>
                        <a:rPr lang="en-US" sz="1200" baseline="0" dirty="0">
                          <a:solidFill>
                            <a:schemeClr val="tx1"/>
                          </a:solidFill>
                          <a:latin typeface="+mn-lt"/>
                        </a:rPr>
                        <a:t>19. For the following questions, fill in the missing numbers.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2571650640"/>
                  </a:ext>
                </a:extLst>
              </a:tr>
              <a:tr h="468000">
                <a:tc>
                  <a:txBody>
                    <a:bodyPr/>
                    <a:lstStyle/>
                    <a:p>
                      <a:r>
                        <a:rPr lang="en-US" sz="1200" baseline="0" dirty="0">
                          <a:solidFill>
                            <a:schemeClr val="tx1"/>
                          </a:solidFill>
                          <a:latin typeface="+mn-lt"/>
                        </a:rPr>
                        <a:t>a)</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b)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5315960"/>
                  </a:ext>
                </a:extLst>
              </a:tr>
              <a:tr h="468000">
                <a:tc gridSpan="2">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2261261"/>
                  </a:ext>
                </a:extLst>
              </a:tr>
              <a:tr h="468000">
                <a:tc gridSpan="2">
                  <a:txBody>
                    <a:bodyPr/>
                    <a:lstStyle/>
                    <a:p>
                      <a:r>
                        <a:rPr lang="en-GB" sz="1200" dirty="0"/>
                        <a:t>20. Write down the number that is ten thousand less than two million.</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1349752"/>
                  </a:ext>
                </a:extLst>
              </a:tr>
              <a:tr h="468000">
                <a:tc gridSpan="2">
                  <a:txBody>
                    <a:bodyPr/>
                    <a:lstStyle/>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8815336"/>
                  </a:ext>
                </a:extLst>
              </a:tr>
            </a:tbl>
          </a:graphicData>
        </a:graphic>
      </p:graphicFrame>
      <p:pic>
        <p:nvPicPr>
          <p:cNvPr id="5" name="Picture 4">
            <a:extLst>
              <a:ext uri="{FF2B5EF4-FFF2-40B4-BE49-F238E27FC236}">
                <a16:creationId xmlns:a16="http://schemas.microsoft.com/office/drawing/2014/main" id="{4B529A24-F0BE-C143-02D3-DE6A506CAC9E}"/>
              </a:ext>
            </a:extLst>
          </p:cNvPr>
          <p:cNvPicPr>
            <a:picLocks noChangeAspect="1"/>
          </p:cNvPicPr>
          <p:nvPr/>
        </p:nvPicPr>
        <p:blipFill>
          <a:blip r:embed="rId3"/>
          <a:stretch>
            <a:fillRect/>
          </a:stretch>
        </p:blipFill>
        <p:spPr>
          <a:xfrm>
            <a:off x="347393" y="715913"/>
            <a:ext cx="2898113" cy="1847403"/>
          </a:xfrm>
          <a:prstGeom prst="rect">
            <a:avLst/>
          </a:prstGeom>
        </p:spPr>
      </p:pic>
      <p:pic>
        <p:nvPicPr>
          <p:cNvPr id="9" name="Picture 8">
            <a:extLst>
              <a:ext uri="{FF2B5EF4-FFF2-40B4-BE49-F238E27FC236}">
                <a16:creationId xmlns:a16="http://schemas.microsoft.com/office/drawing/2014/main" id="{7F70CFD2-C5AC-30D9-8D28-139821A893D1}"/>
              </a:ext>
            </a:extLst>
          </p:cNvPr>
          <p:cNvPicPr>
            <a:picLocks noChangeAspect="1"/>
          </p:cNvPicPr>
          <p:nvPr/>
        </p:nvPicPr>
        <p:blipFill>
          <a:blip r:embed="rId4"/>
          <a:stretch>
            <a:fillRect/>
          </a:stretch>
        </p:blipFill>
        <p:spPr>
          <a:xfrm>
            <a:off x="448473" y="3378080"/>
            <a:ext cx="2695951" cy="571580"/>
          </a:xfrm>
          <a:prstGeom prst="rect">
            <a:avLst/>
          </a:prstGeom>
        </p:spPr>
      </p:pic>
      <p:pic>
        <p:nvPicPr>
          <p:cNvPr id="12" name="Picture 11">
            <a:extLst>
              <a:ext uri="{FF2B5EF4-FFF2-40B4-BE49-F238E27FC236}">
                <a16:creationId xmlns:a16="http://schemas.microsoft.com/office/drawing/2014/main" id="{E8BDAA15-57A2-A0AE-AC15-BDCC7C7AC988}"/>
              </a:ext>
            </a:extLst>
          </p:cNvPr>
          <p:cNvPicPr>
            <a:picLocks noChangeAspect="1"/>
          </p:cNvPicPr>
          <p:nvPr/>
        </p:nvPicPr>
        <p:blipFill>
          <a:blip r:embed="rId5"/>
          <a:stretch>
            <a:fillRect/>
          </a:stretch>
        </p:blipFill>
        <p:spPr>
          <a:xfrm>
            <a:off x="3680964" y="3378080"/>
            <a:ext cx="2934109" cy="666843"/>
          </a:xfrm>
          <a:prstGeom prst="rect">
            <a:avLst/>
          </a:prstGeom>
        </p:spPr>
      </p:pic>
      <p:pic>
        <p:nvPicPr>
          <p:cNvPr id="2" name="Picture 28" descr="A picture containing chart">
            <a:extLst>
              <a:ext uri="{FF2B5EF4-FFF2-40B4-BE49-F238E27FC236}">
                <a16:creationId xmlns:a16="http://schemas.microsoft.com/office/drawing/2014/main" id="{48F93F03-FB8A-1ABF-9E4E-E46628490406}"/>
              </a:ext>
            </a:extLst>
          </p:cNvPr>
          <p:cNvPicPr>
            <a:picLocks noChangeAspect="1"/>
          </p:cNvPicPr>
          <p:nvPr/>
        </p:nvPicPr>
        <p:blipFill rotWithShape="1">
          <a:blip r:embed="rId6"/>
          <a:srcRect l="152" t="49442" r="-152" b="2422"/>
          <a:stretch/>
        </p:blipFill>
        <p:spPr>
          <a:xfrm>
            <a:off x="0" y="7123949"/>
            <a:ext cx="6585129" cy="2276079"/>
          </a:xfrm>
          <a:prstGeom prst="rect">
            <a:avLst/>
          </a:prstGeom>
        </p:spPr>
      </p:pic>
    </p:spTree>
    <p:extLst>
      <p:ext uri="{BB962C8B-B14F-4D97-AF65-F5344CB8AC3E}">
        <p14:creationId xmlns:p14="http://schemas.microsoft.com/office/powerpoint/2010/main" val="3618906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B56669D7-24EF-489B-1D7C-122008B7596B}"/>
              </a:ext>
            </a:extLst>
          </p:cNvPr>
          <p:cNvCxnSpPr/>
          <p:nvPr/>
        </p:nvCxnSpPr>
        <p:spPr>
          <a:xfrm flipV="1">
            <a:off x="924385" y="2508019"/>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94D924F-716D-C1C4-34DC-23C13620FAC4}"/>
              </a:ext>
            </a:extLst>
          </p:cNvPr>
          <p:cNvSpPr/>
          <p:nvPr/>
        </p:nvSpPr>
        <p:spPr>
          <a:xfrm>
            <a:off x="79390" y="480592"/>
            <a:ext cx="6699219" cy="25561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748A5A61-4098-BD6F-ED1A-32426048A4A6}"/>
              </a:ext>
            </a:extLst>
          </p:cNvPr>
          <p:cNvCxnSpPr/>
          <p:nvPr/>
        </p:nvCxnSpPr>
        <p:spPr>
          <a:xfrm>
            <a:off x="69704" y="180706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166FA1B0-7C1E-DB7C-6E5F-588B8450F95A}"/>
              </a:ext>
            </a:extLst>
          </p:cNvPr>
          <p:cNvCxnSpPr/>
          <p:nvPr/>
        </p:nvCxnSpPr>
        <p:spPr>
          <a:xfrm flipV="1">
            <a:off x="3419314" y="577424"/>
            <a:ext cx="0" cy="2459284"/>
          </a:xfrm>
          <a:prstGeom prst="line">
            <a:avLst/>
          </a:prstGeom>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0809B782-3837-BC69-0124-44518EDC4E92}"/>
              </a:ext>
            </a:extLst>
          </p:cNvPr>
          <p:cNvSpPr txBox="1"/>
          <p:nvPr/>
        </p:nvSpPr>
        <p:spPr>
          <a:xfrm>
            <a:off x="87459" y="470872"/>
            <a:ext cx="824713" cy="461665"/>
          </a:xfrm>
          <a:prstGeom prst="rect">
            <a:avLst/>
          </a:prstGeom>
          <a:noFill/>
        </p:spPr>
        <p:txBody>
          <a:bodyPr wrap="none" rtlCol="0">
            <a:spAutoFit/>
          </a:bodyPr>
          <a:lstStyle/>
          <a:p>
            <a:r>
              <a:rPr lang="en-US" sz="1200" b="1"/>
              <a:t>Definition</a:t>
            </a:r>
          </a:p>
          <a:p>
            <a:endParaRPr lang="en-US" sz="1200"/>
          </a:p>
        </p:txBody>
      </p:sp>
      <p:sp>
        <p:nvSpPr>
          <p:cNvPr id="50" name="TextBox 49">
            <a:extLst>
              <a:ext uri="{FF2B5EF4-FFF2-40B4-BE49-F238E27FC236}">
                <a16:creationId xmlns:a16="http://schemas.microsoft.com/office/drawing/2014/main" id="{25D76C64-E5ED-C222-797E-83EAF8ED8D74}"/>
              </a:ext>
            </a:extLst>
          </p:cNvPr>
          <p:cNvSpPr txBox="1"/>
          <p:nvPr/>
        </p:nvSpPr>
        <p:spPr>
          <a:xfrm>
            <a:off x="5611510" y="477232"/>
            <a:ext cx="1112228" cy="276999"/>
          </a:xfrm>
          <a:prstGeom prst="rect">
            <a:avLst/>
          </a:prstGeom>
          <a:noFill/>
        </p:spPr>
        <p:txBody>
          <a:bodyPr wrap="none" rtlCol="0">
            <a:spAutoFit/>
          </a:bodyPr>
          <a:lstStyle/>
          <a:p>
            <a:r>
              <a:rPr lang="en-US" sz="1200" b="1"/>
              <a:t>Characteristics</a:t>
            </a:r>
            <a:endParaRPr lang="en-GB" sz="1200" b="1"/>
          </a:p>
        </p:txBody>
      </p:sp>
      <p:sp>
        <p:nvSpPr>
          <p:cNvPr id="52" name="TextBox 51">
            <a:extLst>
              <a:ext uri="{FF2B5EF4-FFF2-40B4-BE49-F238E27FC236}">
                <a16:creationId xmlns:a16="http://schemas.microsoft.com/office/drawing/2014/main" id="{4729CA0B-B8D4-82A3-0E5E-2BB431592294}"/>
              </a:ext>
            </a:extLst>
          </p:cNvPr>
          <p:cNvSpPr txBox="1"/>
          <p:nvPr/>
        </p:nvSpPr>
        <p:spPr>
          <a:xfrm>
            <a:off x="102606" y="1835431"/>
            <a:ext cx="788164" cy="276999"/>
          </a:xfrm>
          <a:prstGeom prst="rect">
            <a:avLst/>
          </a:prstGeom>
          <a:noFill/>
        </p:spPr>
        <p:txBody>
          <a:bodyPr wrap="none" rtlCol="0">
            <a:spAutoFit/>
          </a:bodyPr>
          <a:lstStyle/>
          <a:p>
            <a:r>
              <a:rPr lang="en-US" sz="1200" b="1"/>
              <a:t>Examples</a:t>
            </a:r>
            <a:endParaRPr lang="en-GB" sz="1200" b="1"/>
          </a:p>
        </p:txBody>
      </p:sp>
      <p:sp>
        <p:nvSpPr>
          <p:cNvPr id="54" name="TextBox 53">
            <a:extLst>
              <a:ext uri="{FF2B5EF4-FFF2-40B4-BE49-F238E27FC236}">
                <a16:creationId xmlns:a16="http://schemas.microsoft.com/office/drawing/2014/main" id="{DBAA70F2-C5CF-93BA-413D-A29B01E69732}"/>
              </a:ext>
            </a:extLst>
          </p:cNvPr>
          <p:cNvSpPr txBox="1"/>
          <p:nvPr/>
        </p:nvSpPr>
        <p:spPr>
          <a:xfrm>
            <a:off x="5540023" y="1811050"/>
            <a:ext cx="1172885" cy="276999"/>
          </a:xfrm>
          <a:prstGeom prst="rect">
            <a:avLst/>
          </a:prstGeom>
          <a:noFill/>
        </p:spPr>
        <p:txBody>
          <a:bodyPr wrap="none" rtlCol="0">
            <a:spAutoFit/>
          </a:bodyPr>
          <a:lstStyle/>
          <a:p>
            <a:r>
              <a:rPr lang="en-US" sz="1200" b="1"/>
              <a:t>Non - Examples</a:t>
            </a:r>
            <a:endParaRPr lang="en-GB" sz="1200" b="1"/>
          </a:p>
        </p:txBody>
      </p:sp>
      <p:sp>
        <p:nvSpPr>
          <p:cNvPr id="56" name="TextBox 55">
            <a:extLst>
              <a:ext uri="{FF2B5EF4-FFF2-40B4-BE49-F238E27FC236}">
                <a16:creationId xmlns:a16="http://schemas.microsoft.com/office/drawing/2014/main" id="{156DC39D-E889-7278-78C3-1640D82ED83D}"/>
              </a:ext>
            </a:extLst>
          </p:cNvPr>
          <p:cNvSpPr txBox="1"/>
          <p:nvPr/>
        </p:nvSpPr>
        <p:spPr>
          <a:xfrm>
            <a:off x="93174" y="678743"/>
            <a:ext cx="3230335" cy="461665"/>
          </a:xfrm>
          <a:prstGeom prst="rect">
            <a:avLst/>
          </a:prstGeom>
          <a:noFill/>
        </p:spPr>
        <p:txBody>
          <a:bodyPr wrap="square" lIns="91440" tIns="45720" rIns="91440" bIns="45720" rtlCol="0" anchor="t">
            <a:spAutoFit/>
          </a:bodyPr>
          <a:lstStyle/>
          <a:p>
            <a:r>
              <a:rPr lang="en-US" sz="1200">
                <a:solidFill>
                  <a:srgbClr val="000000"/>
                </a:solidFill>
                <a:latin typeface="Calibri"/>
                <a:ea typeface="Calibri"/>
                <a:cs typeface="Calibri"/>
              </a:rPr>
              <a:t>The result of multiplying two or more numbers or terms together. </a:t>
            </a:r>
            <a:endParaRPr lang="en-US"/>
          </a:p>
        </p:txBody>
      </p:sp>
      <p:sp>
        <p:nvSpPr>
          <p:cNvPr id="58" name="TextBox 57">
            <a:extLst>
              <a:ext uri="{FF2B5EF4-FFF2-40B4-BE49-F238E27FC236}">
                <a16:creationId xmlns:a16="http://schemas.microsoft.com/office/drawing/2014/main" id="{F1A5040B-90F4-A4AF-DF1D-B1EE761409D7}"/>
              </a:ext>
            </a:extLst>
          </p:cNvPr>
          <p:cNvSpPr txBox="1"/>
          <p:nvPr/>
        </p:nvSpPr>
        <p:spPr>
          <a:xfrm>
            <a:off x="3484341" y="700030"/>
            <a:ext cx="3230335" cy="1015663"/>
          </a:xfrm>
          <a:prstGeom prst="rect">
            <a:avLst/>
          </a:prstGeom>
          <a:noFill/>
        </p:spPr>
        <p:txBody>
          <a:bodyPr wrap="square" lIns="91440" tIns="45720" rIns="91440" bIns="45720" rtlCol="0" anchor="t">
            <a:spAutoFit/>
          </a:bodyPr>
          <a:lstStyle/>
          <a:p>
            <a:pPr algn="ctr"/>
            <a:r>
              <a:rPr lang="en-US" sz="1200"/>
              <a:t>3 x 5 = 15</a:t>
            </a: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r>
              <a:rPr lang="en-US" sz="1200">
                <a:ea typeface="Calibri" panose="020F0502020204030204"/>
                <a:cs typeface="Calibri" panose="020F0502020204030204"/>
              </a:rPr>
              <a:t>Products are not always larger than their factors</a:t>
            </a:r>
          </a:p>
        </p:txBody>
      </p:sp>
      <p:sp>
        <p:nvSpPr>
          <p:cNvPr id="60" name="TextBox 59">
            <a:extLst>
              <a:ext uri="{FF2B5EF4-FFF2-40B4-BE49-F238E27FC236}">
                <a16:creationId xmlns:a16="http://schemas.microsoft.com/office/drawing/2014/main" id="{15421EAD-1F95-76FD-B6A1-C2A1D19603DF}"/>
              </a:ext>
            </a:extLst>
          </p:cNvPr>
          <p:cNvSpPr txBox="1"/>
          <p:nvPr/>
        </p:nvSpPr>
        <p:spPr>
          <a:xfrm>
            <a:off x="2342086" y="1670883"/>
            <a:ext cx="2316916" cy="369332"/>
          </a:xfrm>
          <a:prstGeom prst="rect">
            <a:avLst/>
          </a:prstGeom>
          <a:solidFill>
            <a:schemeClr val="bg1"/>
          </a:solidFill>
          <a:ln>
            <a:solidFill>
              <a:schemeClr val="tx1"/>
            </a:solidFill>
          </a:ln>
        </p:spPr>
        <p:txBody>
          <a:bodyPr wrap="none" lIns="91440" tIns="45720" rIns="91440" bIns="45720" rtlCol="0" anchor="t">
            <a:spAutoFit/>
          </a:bodyPr>
          <a:lstStyle/>
          <a:p>
            <a:r>
              <a:rPr lang="en-US" dirty="0"/>
              <a:t>Multiplication/Product</a:t>
            </a:r>
            <a:endParaRPr lang="en-GB" dirty="0">
              <a:ea typeface="Calibri" panose="020F0502020204030204"/>
              <a:cs typeface="Calibri" panose="020F0502020204030204"/>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C822CB2-5C6E-C0D8-398F-4CB722866996}"/>
                  </a:ext>
                </a:extLst>
              </p:cNvPr>
              <p:cNvSpPr txBox="1"/>
              <p:nvPr/>
            </p:nvSpPr>
            <p:spPr>
              <a:xfrm>
                <a:off x="132964" y="2084375"/>
                <a:ext cx="3230335" cy="1108509"/>
              </a:xfrm>
              <a:prstGeom prst="rect">
                <a:avLst/>
              </a:prstGeom>
              <a:noFill/>
            </p:spPr>
            <p:txBody>
              <a:bodyPr wrap="square" lIns="91440" tIns="45720" rIns="91440" bIns="45720" rtlCol="0" anchor="t">
                <a:spAutoFit/>
              </a:bodyPr>
              <a:lstStyle/>
              <a:p>
                <a:r>
                  <a:rPr lang="en-US" sz="1200"/>
                  <a:t>2 x 3 = 6</a:t>
                </a:r>
              </a:p>
              <a:p>
                <a:r>
                  <a:rPr lang="en-US" sz="1200">
                    <a:ea typeface="Calibri"/>
                    <a:cs typeface="Calibri"/>
                  </a:rPr>
                  <a:t>9 x -3 = -27</a:t>
                </a:r>
              </a:p>
              <a:p>
                <a:r>
                  <a:rPr lang="en-US" sz="1200">
                    <a:ea typeface="Calibri"/>
                    <a:cs typeface="Calibri"/>
                  </a:rPr>
                  <a:t>½ x ¾ =  </a:t>
                </a:r>
                <a14:m>
                  <m:oMath xmlns:m="http://schemas.openxmlformats.org/officeDocument/2006/math">
                    <m:f>
                      <m:fPr>
                        <m:ctrlPr>
                          <a:rPr lang="en-US" sz="1200" i="1" smtClean="0">
                            <a:latin typeface="Cambria Math" panose="02040503050406030204" pitchFamily="18" charset="0"/>
                            <a:ea typeface="Calibri"/>
                            <a:cs typeface="Calibri"/>
                          </a:rPr>
                        </m:ctrlPr>
                      </m:fPr>
                      <m:num>
                        <m:r>
                          <a:rPr lang="en-GB" sz="1200" b="0" i="1" smtClean="0">
                            <a:latin typeface="Cambria Math" panose="02040503050406030204" pitchFamily="18" charset="0"/>
                            <a:ea typeface="Calibri"/>
                            <a:cs typeface="Calibri"/>
                          </a:rPr>
                          <m:t>3</m:t>
                        </m:r>
                      </m:num>
                      <m:den>
                        <m:r>
                          <a:rPr lang="en-GB" sz="1200" b="0" i="1" smtClean="0">
                            <a:latin typeface="Cambria Math" panose="02040503050406030204" pitchFamily="18" charset="0"/>
                            <a:ea typeface="Calibri"/>
                            <a:cs typeface="Calibri"/>
                          </a:rPr>
                          <m:t>8</m:t>
                        </m:r>
                      </m:den>
                    </m:f>
                  </m:oMath>
                </a14:m>
                <a:endParaRPr lang="en-US" sz="1200">
                  <a:ea typeface="Calibri"/>
                  <a:cs typeface="Calibri"/>
                </a:endParaRPr>
              </a:p>
              <a:p>
                <a:r>
                  <a:rPr lang="en-US" sz="1200">
                    <a:ea typeface="Calibri"/>
                    <a:cs typeface="Calibri"/>
                  </a:rPr>
                  <a:t>2a x 2a = 4a</a:t>
                </a:r>
                <a:r>
                  <a:rPr lang="en-US" sz="1200" baseline="30000">
                    <a:ea typeface="Calibri"/>
                    <a:cs typeface="Calibri"/>
                  </a:rPr>
                  <a:t>2</a:t>
                </a:r>
              </a:p>
              <a:p>
                <a:endParaRPr lang="en-US" sz="1200">
                  <a:ea typeface="Calibri"/>
                  <a:cs typeface="Calibri"/>
                </a:endParaRPr>
              </a:p>
            </p:txBody>
          </p:sp>
        </mc:Choice>
        <mc:Fallback xmlns="">
          <p:sp>
            <p:nvSpPr>
              <p:cNvPr id="62" name="TextBox 61">
                <a:extLst>
                  <a:ext uri="{FF2B5EF4-FFF2-40B4-BE49-F238E27FC236}">
                    <a16:creationId xmlns:a16="http://schemas.microsoft.com/office/drawing/2014/main" id="{3C822CB2-5C6E-C0D8-398F-4CB722866996}"/>
                  </a:ext>
                </a:extLst>
              </p:cNvPr>
              <p:cNvSpPr txBox="1">
                <a:spLocks noRot="1" noChangeAspect="1" noMove="1" noResize="1" noEditPoints="1" noAdjustHandles="1" noChangeArrowheads="1" noChangeShapeType="1" noTextEdit="1"/>
              </p:cNvSpPr>
              <p:nvPr/>
            </p:nvSpPr>
            <p:spPr>
              <a:xfrm>
                <a:off x="132964" y="2084375"/>
                <a:ext cx="3230335" cy="1108509"/>
              </a:xfrm>
              <a:prstGeom prst="rect">
                <a:avLst/>
              </a:prstGeom>
              <a:blipFill>
                <a:blip r:embed="rId3"/>
                <a:stretch>
                  <a:fillRect l="-189" t="-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53070FD-BF2A-67A6-1B87-C44D58816DD5}"/>
                  </a:ext>
                </a:extLst>
              </p:cNvPr>
              <p:cNvSpPr txBox="1"/>
              <p:nvPr/>
            </p:nvSpPr>
            <p:spPr>
              <a:xfrm>
                <a:off x="3430607" y="2110167"/>
                <a:ext cx="3230335" cy="808555"/>
              </a:xfrm>
              <a:prstGeom prst="rect">
                <a:avLst/>
              </a:prstGeom>
              <a:noFill/>
            </p:spPr>
            <p:txBody>
              <a:bodyPr wrap="square" lIns="91440" tIns="45720" rIns="91440" bIns="45720" rtlCol="0" anchor="t">
                <a:spAutoFit/>
              </a:bodyPr>
              <a:lstStyle/>
              <a:p>
                <a:r>
                  <a:rPr lang="en-US" sz="1200">
                    <a:solidFill>
                      <a:schemeClr val="tx1"/>
                    </a:solidFill>
                    <a:ea typeface="Calibri"/>
                    <a:cs typeface="Calibri"/>
                  </a:rPr>
                  <a:t>6</a:t>
                </a:r>
                <a:r>
                  <a:rPr lang="en-US" sz="1200">
                    <a:solidFill>
                      <a:schemeClr val="tx1"/>
                    </a:solidFill>
                  </a:rPr>
                  <a:t> + 4 = 10</a:t>
                </a:r>
                <a:endParaRPr lang="en-US">
                  <a:solidFill>
                    <a:schemeClr val="tx1"/>
                  </a:solidFill>
                </a:endParaRPr>
              </a:p>
              <a:p>
                <a:r>
                  <a:rPr lang="en-US" sz="1200">
                    <a:solidFill>
                      <a:schemeClr val="tx1"/>
                    </a:solidFill>
                  </a:rPr>
                  <a:t>15a ÷ 3 = 5a</a:t>
                </a:r>
              </a:p>
              <a:p>
                <a:pPr/>
                <a14:m>
                  <m:oMathPara xmlns:m="http://schemas.openxmlformats.org/officeDocument/2006/math">
                    <m:oMathParaPr>
                      <m:jc m:val="left"/>
                    </m:oMathParaPr>
                    <m:oMath xmlns:m="http://schemas.openxmlformats.org/officeDocument/2006/math">
                      <m:f>
                        <m:fPr>
                          <m:ctrlPr>
                            <a:rPr lang="en-US" sz="120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4</m:t>
                          </m:r>
                        </m:num>
                        <m:den>
                          <m:r>
                            <a:rPr lang="en-GB" sz="1200" b="0" i="1" smtClean="0">
                              <a:solidFill>
                                <a:schemeClr val="tx1"/>
                              </a:solidFill>
                              <a:latin typeface="Cambria Math" panose="02040503050406030204" pitchFamily="18" charset="0"/>
                              <a:ea typeface="Calibri"/>
                              <a:cs typeface="Calibri"/>
                            </a:rPr>
                            <m:t>5</m:t>
                          </m:r>
                        </m:den>
                      </m:f>
                      <m:r>
                        <a:rPr lang="en-GB" sz="1200" b="0" i="1" smtClean="0">
                          <a:solidFill>
                            <a:schemeClr val="tx1"/>
                          </a:solidFill>
                          <a:latin typeface="Cambria Math" panose="02040503050406030204" pitchFamily="18" charset="0"/>
                          <a:ea typeface="Calibri"/>
                          <a:cs typeface="Calibri"/>
                        </a:rPr>
                        <m:t>−</m:t>
                      </m:r>
                      <m:f>
                        <m:fPr>
                          <m:ctrlPr>
                            <a:rPr lang="en-GB" sz="1200" b="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1</m:t>
                          </m:r>
                        </m:num>
                        <m:den>
                          <m:r>
                            <a:rPr lang="en-GB" sz="1200" b="0" i="1" smtClean="0">
                              <a:solidFill>
                                <a:schemeClr val="tx1"/>
                              </a:solidFill>
                              <a:latin typeface="Cambria Math" panose="02040503050406030204" pitchFamily="18" charset="0"/>
                              <a:ea typeface="Calibri"/>
                              <a:cs typeface="Calibri"/>
                            </a:rPr>
                            <m:t>5</m:t>
                          </m:r>
                        </m:den>
                      </m:f>
                      <m:r>
                        <a:rPr lang="en-GB" sz="1200" b="0" i="1" smtClean="0">
                          <a:solidFill>
                            <a:schemeClr val="tx1"/>
                          </a:solidFill>
                          <a:latin typeface="Cambria Math" panose="02040503050406030204" pitchFamily="18" charset="0"/>
                          <a:ea typeface="Calibri"/>
                          <a:cs typeface="Calibri"/>
                        </a:rPr>
                        <m:t>=</m:t>
                      </m:r>
                      <m:f>
                        <m:fPr>
                          <m:ctrlPr>
                            <a:rPr lang="en-GB" sz="1200" b="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3</m:t>
                          </m:r>
                        </m:num>
                        <m:den>
                          <m:r>
                            <a:rPr lang="en-GB" sz="1200" b="0" i="1" smtClean="0">
                              <a:solidFill>
                                <a:schemeClr val="tx1"/>
                              </a:solidFill>
                              <a:latin typeface="Cambria Math" panose="02040503050406030204" pitchFamily="18" charset="0"/>
                              <a:ea typeface="Calibri"/>
                              <a:cs typeface="Calibri"/>
                            </a:rPr>
                            <m:t>5</m:t>
                          </m:r>
                        </m:den>
                      </m:f>
                    </m:oMath>
                  </m:oMathPara>
                </a14:m>
                <a:endParaRPr lang="en-US" sz="1200">
                  <a:solidFill>
                    <a:schemeClr val="tx1"/>
                  </a:solidFill>
                  <a:ea typeface="Calibri"/>
                  <a:cs typeface="Calibri"/>
                </a:endParaRPr>
              </a:p>
            </p:txBody>
          </p:sp>
        </mc:Choice>
        <mc:Fallback xmlns="">
          <p:sp>
            <p:nvSpPr>
              <p:cNvPr id="64" name="TextBox 63">
                <a:extLst>
                  <a:ext uri="{FF2B5EF4-FFF2-40B4-BE49-F238E27FC236}">
                    <a16:creationId xmlns:a16="http://schemas.microsoft.com/office/drawing/2014/main" id="{953070FD-BF2A-67A6-1B87-C44D58816DD5}"/>
                  </a:ext>
                </a:extLst>
              </p:cNvPr>
              <p:cNvSpPr txBox="1">
                <a:spLocks noRot="1" noChangeAspect="1" noMove="1" noResize="1" noEditPoints="1" noAdjustHandles="1" noChangeArrowheads="1" noChangeShapeType="1" noTextEdit="1"/>
              </p:cNvSpPr>
              <p:nvPr/>
            </p:nvSpPr>
            <p:spPr>
              <a:xfrm>
                <a:off x="3430607" y="2110167"/>
                <a:ext cx="3230335" cy="808555"/>
              </a:xfrm>
              <a:prstGeom prst="rect">
                <a:avLst/>
              </a:prstGeom>
              <a:blipFill>
                <a:blip r:embed="rId4"/>
                <a:stretch>
                  <a:fillRect l="-189"/>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9F573525-37A6-A7E0-D718-FF2D33089A4F}"/>
              </a:ext>
            </a:extLst>
          </p:cNvPr>
          <p:cNvCxnSpPr/>
          <p:nvPr/>
        </p:nvCxnSpPr>
        <p:spPr>
          <a:xfrm flipH="1" flipV="1">
            <a:off x="5431807" y="948009"/>
            <a:ext cx="257659" cy="286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3D87BB2-0A2A-4CC6-FAAA-D04F2A4D72E4}"/>
              </a:ext>
            </a:extLst>
          </p:cNvPr>
          <p:cNvSpPr txBox="1"/>
          <p:nvPr/>
        </p:nvSpPr>
        <p:spPr>
          <a:xfrm>
            <a:off x="5616787" y="829620"/>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Product </a:t>
            </a:r>
          </a:p>
        </p:txBody>
      </p:sp>
      <p:cxnSp>
        <p:nvCxnSpPr>
          <p:cNvPr id="8" name="Straight Arrow Connector 7">
            <a:extLst>
              <a:ext uri="{FF2B5EF4-FFF2-40B4-BE49-F238E27FC236}">
                <a16:creationId xmlns:a16="http://schemas.microsoft.com/office/drawing/2014/main" id="{B3C58C99-0691-B876-683E-EDFCAE789A6A}"/>
              </a:ext>
            </a:extLst>
          </p:cNvPr>
          <p:cNvCxnSpPr>
            <a:cxnSpLocks/>
          </p:cNvCxnSpPr>
          <p:nvPr/>
        </p:nvCxnSpPr>
        <p:spPr>
          <a:xfrm flipV="1">
            <a:off x="4660531" y="918922"/>
            <a:ext cx="129797" cy="3541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107107C-4B48-71D8-FB6C-E71C6E70A2FA}"/>
              </a:ext>
            </a:extLst>
          </p:cNvPr>
          <p:cNvCxnSpPr>
            <a:cxnSpLocks/>
          </p:cNvCxnSpPr>
          <p:nvPr/>
        </p:nvCxnSpPr>
        <p:spPr>
          <a:xfrm flipV="1">
            <a:off x="4659002" y="967293"/>
            <a:ext cx="352584" cy="325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4B026F-14FD-1A7E-1B4D-250D0AE7BB81}"/>
              </a:ext>
            </a:extLst>
          </p:cNvPr>
          <p:cNvSpPr txBox="1"/>
          <p:nvPr/>
        </p:nvSpPr>
        <p:spPr>
          <a:xfrm>
            <a:off x="4359794" y="1210211"/>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Factors</a:t>
            </a:r>
            <a:endParaRPr lang="en-US"/>
          </a:p>
        </p:txBody>
      </p:sp>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888194311"/>
              </p:ext>
            </p:extLst>
          </p:nvPr>
        </p:nvGraphicFramePr>
        <p:xfrm>
          <a:off x="193512" y="3344429"/>
          <a:ext cx="6470975" cy="2431231"/>
        </p:xfrm>
        <a:graphic>
          <a:graphicData uri="http://schemas.openxmlformats.org/drawingml/2006/table">
            <a:tbl>
              <a:tblPr firstRow="1" bandRow="1">
                <a:tableStyleId>{5C22544A-7EE6-4342-B048-85BDC9FD1C3A}</a:tableStyleId>
              </a:tblPr>
              <a:tblGrid>
                <a:gridCol w="2026215">
                  <a:extLst>
                    <a:ext uri="{9D8B030D-6E8A-4147-A177-3AD203B41FA5}">
                      <a16:colId xmlns:a16="http://schemas.microsoft.com/office/drawing/2014/main" val="3551711160"/>
                    </a:ext>
                  </a:extLst>
                </a:gridCol>
                <a:gridCol w="2222380">
                  <a:extLst>
                    <a:ext uri="{9D8B030D-6E8A-4147-A177-3AD203B41FA5}">
                      <a16:colId xmlns:a16="http://schemas.microsoft.com/office/drawing/2014/main" val="1712497518"/>
                    </a:ext>
                  </a:extLst>
                </a:gridCol>
                <a:gridCol w="2222380">
                  <a:extLst>
                    <a:ext uri="{9D8B030D-6E8A-4147-A177-3AD203B41FA5}">
                      <a16:colId xmlns:a16="http://schemas.microsoft.com/office/drawing/2014/main" val="886122921"/>
                    </a:ext>
                  </a:extLst>
                </a:gridCol>
              </a:tblGrid>
              <a:tr h="32680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34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43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36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104423">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15" name="Rectangle 14">
            <a:extLst>
              <a:ext uri="{FF2B5EF4-FFF2-40B4-BE49-F238E27FC236}">
                <a16:creationId xmlns:a16="http://schemas.microsoft.com/office/drawing/2014/main" id="{144F46D7-E377-245F-5B79-C8BEBE87BEBA}"/>
              </a:ext>
            </a:extLst>
          </p:cNvPr>
          <p:cNvSpPr/>
          <p:nvPr/>
        </p:nvSpPr>
        <p:spPr>
          <a:xfrm>
            <a:off x="0" y="28017"/>
            <a:ext cx="6641599" cy="23365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Multiplication</a:t>
            </a:r>
            <a:endParaRPr lang="en-GB" sz="1200" dirty="0">
              <a:solidFill>
                <a:schemeClr val="bg1"/>
              </a:solidFill>
            </a:endParaRPr>
          </a:p>
        </p:txBody>
      </p:sp>
      <p:sp>
        <p:nvSpPr>
          <p:cNvPr id="16" name="TextBox 15">
            <a:extLst>
              <a:ext uri="{FF2B5EF4-FFF2-40B4-BE49-F238E27FC236}">
                <a16:creationId xmlns:a16="http://schemas.microsoft.com/office/drawing/2014/main" id="{AB5735C2-6EC1-DFC5-DA1D-2F770935F915}"/>
              </a:ext>
            </a:extLst>
          </p:cNvPr>
          <p:cNvSpPr txBox="1"/>
          <p:nvPr/>
        </p:nvSpPr>
        <p:spPr>
          <a:xfrm>
            <a:off x="511488" y="3052069"/>
            <a:ext cx="1410704" cy="276999"/>
          </a:xfrm>
          <a:prstGeom prst="rect">
            <a:avLst/>
          </a:prstGeom>
          <a:noFill/>
          <a:ln>
            <a:noFill/>
          </a:ln>
        </p:spPr>
        <p:txBody>
          <a:bodyPr wrap="square" rtlCol="0">
            <a:spAutoFit/>
          </a:bodyPr>
          <a:lstStyle/>
          <a:p>
            <a:r>
              <a:rPr lang="en-GB" sz="1200" b="1" i="1" dirty="0">
                <a:solidFill>
                  <a:srgbClr val="FF0000"/>
                </a:solidFill>
              </a:rPr>
              <a:t>Example 28 - I do…</a:t>
            </a:r>
          </a:p>
        </p:txBody>
      </p:sp>
      <p:sp>
        <p:nvSpPr>
          <p:cNvPr id="21" name="TextBox 20">
            <a:extLst>
              <a:ext uri="{FF2B5EF4-FFF2-40B4-BE49-F238E27FC236}">
                <a16:creationId xmlns:a16="http://schemas.microsoft.com/office/drawing/2014/main" id="{89A0C344-4E6E-6E2A-0151-F218F2B3A061}"/>
              </a:ext>
            </a:extLst>
          </p:cNvPr>
          <p:cNvSpPr txBox="1"/>
          <p:nvPr/>
        </p:nvSpPr>
        <p:spPr>
          <a:xfrm>
            <a:off x="4795084" y="3067429"/>
            <a:ext cx="1643405" cy="276999"/>
          </a:xfrm>
          <a:prstGeom prst="rect">
            <a:avLst/>
          </a:prstGeom>
          <a:noFill/>
          <a:ln>
            <a:noFill/>
          </a:ln>
        </p:spPr>
        <p:txBody>
          <a:bodyPr wrap="square" rtlCol="0">
            <a:spAutoFit/>
          </a:bodyPr>
          <a:lstStyle/>
          <a:p>
            <a:r>
              <a:rPr lang="en-GB" sz="1200" b="1" i="1" dirty="0">
                <a:solidFill>
                  <a:srgbClr val="00B050"/>
                </a:solidFill>
              </a:rPr>
              <a:t>Example 30– You do…</a:t>
            </a:r>
          </a:p>
        </p:txBody>
      </p:sp>
      <p:sp>
        <p:nvSpPr>
          <p:cNvPr id="27" name="TextBox 26">
            <a:extLst>
              <a:ext uri="{FF2B5EF4-FFF2-40B4-BE49-F238E27FC236}">
                <a16:creationId xmlns:a16="http://schemas.microsoft.com/office/drawing/2014/main" id="{5B8AACCC-58A8-19EE-D81B-943D42146B43}"/>
              </a:ext>
            </a:extLst>
          </p:cNvPr>
          <p:cNvSpPr txBox="1"/>
          <p:nvPr/>
        </p:nvSpPr>
        <p:spPr>
          <a:xfrm>
            <a:off x="2602802" y="3067430"/>
            <a:ext cx="1643405" cy="276999"/>
          </a:xfrm>
          <a:prstGeom prst="rect">
            <a:avLst/>
          </a:prstGeom>
          <a:noFill/>
          <a:ln>
            <a:noFill/>
          </a:ln>
        </p:spPr>
        <p:txBody>
          <a:bodyPr wrap="square" rtlCol="0">
            <a:spAutoFit/>
          </a:bodyPr>
          <a:lstStyle/>
          <a:p>
            <a:r>
              <a:rPr lang="en-GB" sz="1200" b="1" i="1" dirty="0">
                <a:solidFill>
                  <a:schemeClr val="accent2"/>
                </a:solidFill>
              </a:rPr>
              <a:t>Example 29 – We do…</a:t>
            </a:r>
          </a:p>
        </p:txBody>
      </p:sp>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3349031298"/>
              </p:ext>
            </p:extLst>
          </p:nvPr>
        </p:nvGraphicFramePr>
        <p:xfrm>
          <a:off x="178018" y="6115847"/>
          <a:ext cx="6532591" cy="3440357"/>
        </p:xfrm>
        <a:graphic>
          <a:graphicData uri="http://schemas.openxmlformats.org/drawingml/2006/table">
            <a:tbl>
              <a:tblPr firstRow="1" bandRow="1">
                <a:tableStyleId>{5C22544A-7EE6-4342-B048-85BDC9FD1C3A}</a:tableStyleId>
              </a:tblPr>
              <a:tblGrid>
                <a:gridCol w="2182567">
                  <a:extLst>
                    <a:ext uri="{9D8B030D-6E8A-4147-A177-3AD203B41FA5}">
                      <a16:colId xmlns:a16="http://schemas.microsoft.com/office/drawing/2014/main" val="3632647821"/>
                    </a:ext>
                  </a:extLst>
                </a:gridCol>
                <a:gridCol w="2182567">
                  <a:extLst>
                    <a:ext uri="{9D8B030D-6E8A-4147-A177-3AD203B41FA5}">
                      <a16:colId xmlns:a16="http://schemas.microsoft.com/office/drawing/2014/main" val="3246861082"/>
                    </a:ext>
                  </a:extLst>
                </a:gridCol>
                <a:gridCol w="2167457">
                  <a:extLst>
                    <a:ext uri="{9D8B030D-6E8A-4147-A177-3AD203B41FA5}">
                      <a16:colId xmlns:a16="http://schemas.microsoft.com/office/drawing/2014/main" val="3322670567"/>
                    </a:ext>
                  </a:extLst>
                </a:gridCol>
              </a:tblGrid>
              <a:tr h="331404">
                <a:tc gridSpan="3">
                  <a:txBody>
                    <a:bodyPr/>
                    <a:lstStyle/>
                    <a:p>
                      <a:r>
                        <a:rPr lang="en-US" sz="1200" b="0" baseline="0" dirty="0">
                          <a:solidFill>
                            <a:schemeClr val="tx1"/>
                          </a:solidFill>
                          <a:latin typeface="+mn-lt"/>
                        </a:rPr>
                        <a:t>21.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263769">
                <a:tc>
                  <a:txBody>
                    <a:bodyPr/>
                    <a:lstStyle/>
                    <a:p>
                      <a:r>
                        <a:rPr lang="en-US" sz="1100" baseline="0">
                          <a:solidFill>
                            <a:schemeClr val="tx1"/>
                          </a:solidFill>
                          <a:latin typeface="+mn-lt"/>
                        </a:rPr>
                        <a:t>a) 32 x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a:solidFill>
                            <a:schemeClr val="tx1"/>
                          </a:solidFill>
                          <a:latin typeface="+mn-lt"/>
                        </a:rPr>
                        <a:t>b) 23 x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290654">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263876">
                <a:tc>
                  <a:txBody>
                    <a:bodyPr/>
                    <a:lstStyle/>
                    <a:p>
                      <a:r>
                        <a:rPr lang="en-US" sz="1100" baseline="0" dirty="0">
                          <a:solidFill>
                            <a:schemeClr val="tx1"/>
                          </a:solidFill>
                          <a:latin typeface="+mn-lt"/>
                        </a:rPr>
                        <a:t>d) 46 x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9 x 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290654">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p:sp>
        <p:nvSpPr>
          <p:cNvPr id="2" name="Slide Number Placeholder 2">
            <a:extLst>
              <a:ext uri="{FF2B5EF4-FFF2-40B4-BE49-F238E27FC236}">
                <a16:creationId xmlns:a16="http://schemas.microsoft.com/office/drawing/2014/main" id="{26D8BBF3-D1D5-A0DD-0E8F-ABB971B55EC2}"/>
              </a:ext>
            </a:extLst>
          </p:cNvPr>
          <p:cNvSpPr>
            <a:spLocks noGrp="1"/>
          </p:cNvSpPr>
          <p:nvPr>
            <p:ph type="sldNum" sz="quarter" idx="12"/>
          </p:nvPr>
        </p:nvSpPr>
        <p:spPr>
          <a:xfrm>
            <a:off x="5294092" y="9400028"/>
            <a:ext cx="1543050" cy="527403"/>
          </a:xfrm>
        </p:spPr>
        <p:txBody>
          <a:bodyPr/>
          <a:lstStyle/>
          <a:p>
            <a:fld id="{19F1D9CC-7119-45EC-A96C-D8C0660F3AAB}" type="slidenum">
              <a:rPr lang="en-GB" smtClean="0"/>
              <a:t>13</a:t>
            </a:fld>
            <a:endParaRPr lang="en-GB" dirty="0"/>
          </a:p>
        </p:txBody>
      </p:sp>
      <p:sp>
        <p:nvSpPr>
          <p:cNvPr id="4" name="Rectangle 3">
            <a:extLst>
              <a:ext uri="{FF2B5EF4-FFF2-40B4-BE49-F238E27FC236}">
                <a16:creationId xmlns:a16="http://schemas.microsoft.com/office/drawing/2014/main" id="{873629F9-6512-3937-7AA4-83474ECE9D18}"/>
              </a:ext>
            </a:extLst>
          </p:cNvPr>
          <p:cNvSpPr/>
          <p:nvPr/>
        </p:nvSpPr>
        <p:spPr>
          <a:xfrm>
            <a:off x="193512" y="5813829"/>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364163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14</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2742625378"/>
              </p:ext>
            </p:extLst>
          </p:nvPr>
        </p:nvGraphicFramePr>
        <p:xfrm>
          <a:off x="127681" y="0"/>
          <a:ext cx="6635254" cy="3014644"/>
        </p:xfrm>
        <a:graphic>
          <a:graphicData uri="http://schemas.openxmlformats.org/drawingml/2006/table">
            <a:tbl>
              <a:tblPr firstRow="1" bandRow="1">
                <a:tableStyleId>{5C22544A-7EE6-4342-B048-85BDC9FD1C3A}</a:tableStyleId>
              </a:tblPr>
              <a:tblGrid>
                <a:gridCol w="2118176">
                  <a:extLst>
                    <a:ext uri="{9D8B030D-6E8A-4147-A177-3AD203B41FA5}">
                      <a16:colId xmlns:a16="http://schemas.microsoft.com/office/drawing/2014/main" val="3551711160"/>
                    </a:ext>
                  </a:extLst>
                </a:gridCol>
                <a:gridCol w="2258539">
                  <a:extLst>
                    <a:ext uri="{9D8B030D-6E8A-4147-A177-3AD203B41FA5}">
                      <a16:colId xmlns:a16="http://schemas.microsoft.com/office/drawing/2014/main" val="1712497518"/>
                    </a:ext>
                  </a:extLst>
                </a:gridCol>
                <a:gridCol w="2258539">
                  <a:extLst>
                    <a:ext uri="{9D8B030D-6E8A-4147-A177-3AD203B41FA5}">
                      <a16:colId xmlns:a16="http://schemas.microsoft.com/office/drawing/2014/main" val="886122921"/>
                    </a:ext>
                  </a:extLst>
                </a:gridCol>
              </a:tblGrid>
              <a:tr h="31472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14724">
                <a:tc>
                  <a:txBody>
                    <a:bodyPr/>
                    <a:lstStyle/>
                    <a:p>
                      <a:pPr algn="ctr"/>
                      <a:r>
                        <a:rPr lang="en-GB" sz="1100" b="0" i="0" kern="1200">
                          <a:solidFill>
                            <a:schemeClr val="dk1"/>
                          </a:solidFill>
                          <a:effectLst/>
                          <a:latin typeface="+mn-lt"/>
                          <a:ea typeface="+mn-ea"/>
                          <a:cs typeface="+mn-cs"/>
                        </a:rPr>
                        <a:t>14 x 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23 x 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18 x 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85196">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498022" y="45067"/>
            <a:ext cx="1410704" cy="276999"/>
          </a:xfrm>
          <a:prstGeom prst="rect">
            <a:avLst/>
          </a:prstGeom>
          <a:noFill/>
          <a:ln>
            <a:noFill/>
          </a:ln>
        </p:spPr>
        <p:txBody>
          <a:bodyPr wrap="square" rtlCol="0">
            <a:spAutoFit/>
          </a:bodyPr>
          <a:lstStyle/>
          <a:p>
            <a:r>
              <a:rPr lang="en-GB" sz="1200" b="1" i="1" dirty="0">
                <a:solidFill>
                  <a:srgbClr val="FF0000"/>
                </a:solidFill>
              </a:rPr>
              <a:t>Example 31 -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4966920" y="37476"/>
            <a:ext cx="1643405" cy="276999"/>
          </a:xfrm>
          <a:prstGeom prst="rect">
            <a:avLst/>
          </a:prstGeom>
          <a:noFill/>
          <a:ln>
            <a:noFill/>
          </a:ln>
        </p:spPr>
        <p:txBody>
          <a:bodyPr wrap="square" rtlCol="0">
            <a:spAutoFit/>
          </a:bodyPr>
          <a:lstStyle/>
          <a:p>
            <a:r>
              <a:rPr lang="en-GB" sz="1200" b="1" i="1" dirty="0">
                <a:solidFill>
                  <a:srgbClr val="00B050"/>
                </a:solidFill>
              </a:rPr>
              <a:t>Example 33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2575911" y="49597"/>
            <a:ext cx="1643405" cy="276999"/>
          </a:xfrm>
          <a:prstGeom prst="rect">
            <a:avLst/>
          </a:prstGeom>
          <a:noFill/>
          <a:ln>
            <a:noFill/>
          </a:ln>
        </p:spPr>
        <p:txBody>
          <a:bodyPr wrap="square" rtlCol="0">
            <a:spAutoFit/>
          </a:bodyPr>
          <a:lstStyle/>
          <a:p>
            <a:r>
              <a:rPr lang="en-GB" sz="1200" b="1" i="1" dirty="0">
                <a:solidFill>
                  <a:schemeClr val="accent2"/>
                </a:solidFill>
              </a:rPr>
              <a:t>Example 32 – We do…</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63F0C6-5439-1D3B-8142-4DE5E8146F86}"/>
                  </a:ext>
                </a:extLst>
              </p:cNvPr>
              <p:cNvGraphicFramePr>
                <a:graphicFrameLocks noGrp="1"/>
              </p:cNvGraphicFramePr>
              <p:nvPr>
                <p:extLst>
                  <p:ext uri="{D42A27DB-BD31-4B8C-83A1-F6EECF244321}">
                    <p14:modId xmlns:p14="http://schemas.microsoft.com/office/powerpoint/2010/main" val="1552340771"/>
                  </p:ext>
                </p:extLst>
              </p:nvPr>
            </p:nvGraphicFramePr>
            <p:xfrm>
              <a:off x="168867" y="3361729"/>
              <a:ext cx="6552882" cy="6334721"/>
            </p:xfrm>
            <a:graphic>
              <a:graphicData uri="http://schemas.openxmlformats.org/drawingml/2006/table">
                <a:tbl>
                  <a:tblPr firstRow="1" bandRow="1">
                    <a:tableStyleId>{5C22544A-7EE6-4342-B048-85BDC9FD1C3A}</a:tableStyleId>
                  </a:tblPr>
                  <a:tblGrid>
                    <a:gridCol w="2184294">
                      <a:extLst>
                        <a:ext uri="{9D8B030D-6E8A-4147-A177-3AD203B41FA5}">
                          <a16:colId xmlns:a16="http://schemas.microsoft.com/office/drawing/2014/main" val="3632647821"/>
                        </a:ext>
                      </a:extLst>
                    </a:gridCol>
                    <a:gridCol w="2184294">
                      <a:extLst>
                        <a:ext uri="{9D8B030D-6E8A-4147-A177-3AD203B41FA5}">
                          <a16:colId xmlns:a16="http://schemas.microsoft.com/office/drawing/2014/main" val="1889165231"/>
                        </a:ext>
                      </a:extLst>
                    </a:gridCol>
                    <a:gridCol w="2184294">
                      <a:extLst>
                        <a:ext uri="{9D8B030D-6E8A-4147-A177-3AD203B41FA5}">
                          <a16:colId xmlns:a16="http://schemas.microsoft.com/office/drawing/2014/main" val="3322670567"/>
                        </a:ext>
                      </a:extLst>
                    </a:gridCol>
                  </a:tblGrid>
                  <a:tr h="423032">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22.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335183">
                    <a:tc>
                      <a:txBody>
                        <a:bodyPr/>
                        <a:lstStyle/>
                        <a:p>
                          <a:r>
                            <a:rPr lang="en-US" sz="1100" baseline="0">
                              <a:solidFill>
                                <a:schemeClr val="tx1"/>
                              </a:solidFill>
                              <a:latin typeface="+mn-lt"/>
                            </a:rPr>
                            <a:t>a) 32 x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b) 23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690306">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376181">
                    <a:tc>
                      <a:txBody>
                        <a:bodyPr/>
                        <a:lstStyle/>
                        <a:p>
                          <a:r>
                            <a:rPr lang="en-US" sz="1100" baseline="0" dirty="0">
                              <a:solidFill>
                                <a:schemeClr val="tx1"/>
                              </a:solidFill>
                              <a:latin typeface="+mn-lt"/>
                            </a:rPr>
                            <a:t>d) 40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59 x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557394">
                    <a:tc>
                      <a:txBody>
                        <a:bodyPr/>
                        <a:lstStyle/>
                        <a:p>
                          <a:pPr algn="ct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r h="174240">
                    <a:tc>
                      <a:txBody>
                        <a:bodyPr/>
                        <a:lstStyle/>
                        <a:p>
                          <a:r>
                            <a:rPr lang="en-US" sz="1100" baseline="0" dirty="0">
                              <a:solidFill>
                                <a:schemeClr val="tx1"/>
                              </a:solidFill>
                              <a:latin typeface="+mn-lt"/>
                            </a:rPr>
                            <a:t>g) </a:t>
                          </a:r>
                          <a14:m>
                            <m:oMath xmlns:m="http://schemas.openxmlformats.org/officeDocument/2006/math">
                              <m:r>
                                <a:rPr lang="en-GB" sz="1100" b="0" i="1" baseline="0" smtClean="0">
                                  <a:solidFill>
                                    <a:schemeClr val="tx1"/>
                                  </a:solidFill>
                                  <a:latin typeface="Cambria Math" panose="02040503050406030204" pitchFamily="18" charset="0"/>
                                </a:rPr>
                                <m:t>79×31</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h) </a:t>
                          </a:r>
                          <a14:m>
                            <m:oMath xmlns:m="http://schemas.openxmlformats.org/officeDocument/2006/math">
                              <m:r>
                                <a:rPr lang="en-GB" sz="1100" b="0" i="1" baseline="0" smtClean="0">
                                  <a:solidFill>
                                    <a:schemeClr val="tx1"/>
                                  </a:solidFill>
                                  <a:latin typeface="Cambria Math" panose="02040503050406030204" pitchFamily="18" charset="0"/>
                                </a:rPr>
                                <m:t>59×78</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i) </a:t>
                          </a:r>
                          <a14:m>
                            <m:oMath xmlns:m="http://schemas.openxmlformats.org/officeDocument/2006/math">
                              <m:r>
                                <a:rPr lang="en-GB" sz="1100" b="0" i="1" baseline="0" smtClean="0">
                                  <a:solidFill>
                                    <a:schemeClr val="tx1"/>
                                  </a:solidFill>
                                  <a:latin typeface="Cambria Math" panose="02040503050406030204" pitchFamily="18" charset="0"/>
                                </a:rPr>
                                <m:t>75×75</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5562893"/>
                      </a:ext>
                    </a:extLst>
                  </a:tr>
                  <a:tr h="1693545">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3179421"/>
                      </a:ext>
                    </a:extLst>
                  </a:tr>
                </a:tbl>
              </a:graphicData>
            </a:graphic>
          </p:graphicFrame>
        </mc:Choice>
        <mc:Fallback xmlns="">
          <p:graphicFrame>
            <p:nvGraphicFramePr>
              <p:cNvPr id="4" name="Table 3">
                <a:extLst>
                  <a:ext uri="{FF2B5EF4-FFF2-40B4-BE49-F238E27FC236}">
                    <a16:creationId xmlns:a16="http://schemas.microsoft.com/office/drawing/2014/main" id="{2563F0C6-5439-1D3B-8142-4DE5E8146F86}"/>
                  </a:ext>
                </a:extLst>
              </p:cNvPr>
              <p:cNvGraphicFramePr>
                <a:graphicFrameLocks noGrp="1"/>
              </p:cNvGraphicFramePr>
              <p:nvPr>
                <p:extLst>
                  <p:ext uri="{D42A27DB-BD31-4B8C-83A1-F6EECF244321}">
                    <p14:modId xmlns:p14="http://schemas.microsoft.com/office/powerpoint/2010/main" val="1552340771"/>
                  </p:ext>
                </p:extLst>
              </p:nvPr>
            </p:nvGraphicFramePr>
            <p:xfrm>
              <a:off x="168867" y="3361729"/>
              <a:ext cx="6552882" cy="6334721"/>
            </p:xfrm>
            <a:graphic>
              <a:graphicData uri="http://schemas.openxmlformats.org/drawingml/2006/table">
                <a:tbl>
                  <a:tblPr firstRow="1" bandRow="1">
                    <a:tableStyleId>{5C22544A-7EE6-4342-B048-85BDC9FD1C3A}</a:tableStyleId>
                  </a:tblPr>
                  <a:tblGrid>
                    <a:gridCol w="2184294">
                      <a:extLst>
                        <a:ext uri="{9D8B030D-6E8A-4147-A177-3AD203B41FA5}">
                          <a16:colId xmlns:a16="http://schemas.microsoft.com/office/drawing/2014/main" val="3632647821"/>
                        </a:ext>
                      </a:extLst>
                    </a:gridCol>
                    <a:gridCol w="2184294">
                      <a:extLst>
                        <a:ext uri="{9D8B030D-6E8A-4147-A177-3AD203B41FA5}">
                          <a16:colId xmlns:a16="http://schemas.microsoft.com/office/drawing/2014/main" val="1889165231"/>
                        </a:ext>
                      </a:extLst>
                    </a:gridCol>
                    <a:gridCol w="2184294">
                      <a:extLst>
                        <a:ext uri="{9D8B030D-6E8A-4147-A177-3AD203B41FA5}">
                          <a16:colId xmlns:a16="http://schemas.microsoft.com/office/drawing/2014/main" val="3322670567"/>
                        </a:ext>
                      </a:extLst>
                    </a:gridCol>
                  </a:tblGrid>
                  <a:tr h="423032">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22.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335183">
                    <a:tc>
                      <a:txBody>
                        <a:bodyPr/>
                        <a:lstStyle/>
                        <a:p>
                          <a:r>
                            <a:rPr lang="en-US" sz="1100" baseline="0">
                              <a:solidFill>
                                <a:schemeClr val="tx1"/>
                              </a:solidFill>
                              <a:latin typeface="+mn-lt"/>
                            </a:rPr>
                            <a:t>a) 32 x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b) 23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690306">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376181">
                    <a:tc>
                      <a:txBody>
                        <a:bodyPr/>
                        <a:lstStyle/>
                        <a:p>
                          <a:r>
                            <a:rPr lang="en-US" sz="1100" baseline="0" dirty="0">
                              <a:solidFill>
                                <a:schemeClr val="tx1"/>
                              </a:solidFill>
                              <a:latin typeface="+mn-lt"/>
                            </a:rPr>
                            <a:t>d) 40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59 x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557394">
                    <a:tc>
                      <a:txBody>
                        <a:bodyPr/>
                        <a:lstStyle/>
                        <a:p>
                          <a:pPr algn="ct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r h="2590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1672093" r="-200279" b="-65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59" t="-1672093" r="-100838" b="-65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672093" r="-557" b="-651163"/>
                          </a:stretch>
                        </a:blipFill>
                      </a:tcPr>
                    </a:tc>
                    <a:extLst>
                      <a:ext uri="{0D108BD9-81ED-4DB2-BD59-A6C34878D82A}">
                        <a16:rowId xmlns:a16="http://schemas.microsoft.com/office/drawing/2014/main" val="4075562893"/>
                      </a:ext>
                    </a:extLst>
                  </a:tr>
                  <a:tr h="1693545">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3179421"/>
                      </a:ext>
                    </a:extLst>
                  </a:tr>
                </a:tbl>
              </a:graphicData>
            </a:graphic>
          </p:graphicFrame>
        </mc:Fallback>
      </mc:AlternateContent>
      <p:sp>
        <p:nvSpPr>
          <p:cNvPr id="5" name="Rectangle 4">
            <a:extLst>
              <a:ext uri="{FF2B5EF4-FFF2-40B4-BE49-F238E27FC236}">
                <a16:creationId xmlns:a16="http://schemas.microsoft.com/office/drawing/2014/main" id="{5E0F40F2-D6D1-3D70-523B-CC7F27D0A099}"/>
              </a:ext>
            </a:extLst>
          </p:cNvPr>
          <p:cNvSpPr/>
          <p:nvPr/>
        </p:nvSpPr>
        <p:spPr>
          <a:xfrm>
            <a:off x="127681" y="3059711"/>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539647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B56669D7-24EF-489B-1D7C-122008B7596B}"/>
              </a:ext>
            </a:extLst>
          </p:cNvPr>
          <p:cNvCxnSpPr/>
          <p:nvPr/>
        </p:nvCxnSpPr>
        <p:spPr>
          <a:xfrm flipV="1">
            <a:off x="1003776" y="25937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3480441186"/>
                  </p:ext>
                </p:extLst>
              </p:nvPr>
            </p:nvGraphicFramePr>
            <p:xfrm>
              <a:off x="166850" y="3536076"/>
              <a:ext cx="6641694" cy="2400037"/>
            </p:xfrm>
            <a:graphic>
              <a:graphicData uri="http://schemas.openxmlformats.org/drawingml/2006/table">
                <a:tbl>
                  <a:tblPr firstRow="1" bandRow="1">
                    <a:tableStyleId>{5C22544A-7EE6-4342-B048-85BDC9FD1C3A}</a:tableStyleId>
                  </a:tblPr>
                  <a:tblGrid>
                    <a:gridCol w="998714">
                      <a:extLst>
                        <a:ext uri="{9D8B030D-6E8A-4147-A177-3AD203B41FA5}">
                          <a16:colId xmlns:a16="http://schemas.microsoft.com/office/drawing/2014/main" val="1568142362"/>
                        </a:ext>
                      </a:extLst>
                    </a:gridCol>
                    <a:gridCol w="1766950">
                      <a:extLst>
                        <a:ext uri="{9D8B030D-6E8A-4147-A177-3AD203B41FA5}">
                          <a16:colId xmlns:a16="http://schemas.microsoft.com/office/drawing/2014/main" val="3551711160"/>
                        </a:ext>
                      </a:extLst>
                    </a:gridCol>
                    <a:gridCol w="1938015">
                      <a:extLst>
                        <a:ext uri="{9D8B030D-6E8A-4147-A177-3AD203B41FA5}">
                          <a16:colId xmlns:a16="http://schemas.microsoft.com/office/drawing/2014/main" val="1712497518"/>
                        </a:ext>
                      </a:extLst>
                    </a:gridCol>
                    <a:gridCol w="1938015">
                      <a:extLst>
                        <a:ext uri="{9D8B030D-6E8A-4147-A177-3AD203B41FA5}">
                          <a16:colId xmlns:a16="http://schemas.microsoft.com/office/drawing/2014/main" val="886122921"/>
                        </a:ext>
                      </a:extLst>
                    </a:gridCol>
                  </a:tblGrid>
                  <a:tr h="32261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r>
                                <a:rPr lang="en-GB" sz="1200" b="0" i="1" smtClean="0">
                                  <a:solidFill>
                                    <a:schemeClr val="tx1"/>
                                  </a:solidFill>
                                  <a:latin typeface="Cambria Math" panose="02040503050406030204" pitchFamily="18" charset="0"/>
                                </a:rPr>
                                <m:t>242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baseline="0" dirty="0">
                              <a:solidFill>
                                <a:schemeClr val="tx1"/>
                              </a:solidFill>
                              <a:ea typeface="+mn-ea"/>
                            </a:rPr>
                            <a:t>Calculate: </a:t>
                          </a:r>
                          <a14:m>
                            <m:oMath xmlns:m="http://schemas.openxmlformats.org/officeDocument/2006/math">
                              <m:r>
                                <a:rPr lang="en-GB" sz="1200" b="0" i="1" smtClean="0">
                                  <a:solidFill>
                                    <a:schemeClr val="tx1"/>
                                  </a:solidFill>
                                  <a:latin typeface="Cambria Math" panose="02040503050406030204" pitchFamily="18" charset="0"/>
                                  <a:ea typeface="+mn-ea"/>
                                </a:rPr>
                                <m:t>420</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 Calculate: </a:t>
                          </a:r>
                          <a14:m>
                            <m:oMath xmlns:m="http://schemas.openxmlformats.org/officeDocument/2006/math">
                              <m:r>
                                <a:rPr lang="en-GB" sz="1200" b="0" i="1" smtClean="0">
                                  <a:solidFill>
                                    <a:schemeClr val="tx1"/>
                                  </a:solidFill>
                                  <a:latin typeface="Cambria Math" panose="02040503050406030204" pitchFamily="18" charset="0"/>
                                </a:rPr>
                                <m:t>224</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38711">
                    <a:tc>
                      <a:txBody>
                        <a:bodyPr/>
                        <a:lstStyle/>
                        <a:p>
                          <a:pPr marL="0" indent="0">
                            <a:buNone/>
                          </a:pPr>
                          <a:r>
                            <a:rPr lang="en-US" sz="1050" dirty="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8711">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3480441186"/>
                  </p:ext>
                </p:extLst>
              </p:nvPr>
            </p:nvGraphicFramePr>
            <p:xfrm>
              <a:off x="166850" y="3536076"/>
              <a:ext cx="6641694" cy="2400037"/>
            </p:xfrm>
            <a:graphic>
              <a:graphicData uri="http://schemas.openxmlformats.org/drawingml/2006/table">
                <a:tbl>
                  <a:tblPr firstRow="1" bandRow="1">
                    <a:tableStyleId>{5C22544A-7EE6-4342-B048-85BDC9FD1C3A}</a:tableStyleId>
                  </a:tblPr>
                  <a:tblGrid>
                    <a:gridCol w="998714">
                      <a:extLst>
                        <a:ext uri="{9D8B030D-6E8A-4147-A177-3AD203B41FA5}">
                          <a16:colId xmlns:a16="http://schemas.microsoft.com/office/drawing/2014/main" val="1568142362"/>
                        </a:ext>
                      </a:extLst>
                    </a:gridCol>
                    <a:gridCol w="1766950">
                      <a:extLst>
                        <a:ext uri="{9D8B030D-6E8A-4147-A177-3AD203B41FA5}">
                          <a16:colId xmlns:a16="http://schemas.microsoft.com/office/drawing/2014/main" val="3551711160"/>
                        </a:ext>
                      </a:extLst>
                    </a:gridCol>
                    <a:gridCol w="1938015">
                      <a:extLst>
                        <a:ext uri="{9D8B030D-6E8A-4147-A177-3AD203B41FA5}">
                          <a16:colId xmlns:a16="http://schemas.microsoft.com/office/drawing/2014/main" val="1712497518"/>
                        </a:ext>
                      </a:extLst>
                    </a:gridCol>
                    <a:gridCol w="1938015">
                      <a:extLst>
                        <a:ext uri="{9D8B030D-6E8A-4147-A177-3AD203B41FA5}">
                          <a16:colId xmlns:a16="http://schemas.microsoft.com/office/drawing/2014/main" val="886122921"/>
                        </a:ext>
                      </a:extLst>
                    </a:gridCol>
                  </a:tblGrid>
                  <a:tr h="32261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97" t="-1887" r="-220000" b="-647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3082" t="-1887" r="-100629" b="-647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082" t="-1887" r="-629" b="-647170"/>
                          </a:stretch>
                        </a:blipFill>
                      </a:tcPr>
                    </a:tc>
                    <a:extLst>
                      <a:ext uri="{0D108BD9-81ED-4DB2-BD59-A6C34878D82A}">
                        <a16:rowId xmlns:a16="http://schemas.microsoft.com/office/drawing/2014/main" val="2357201933"/>
                      </a:ext>
                    </a:extLst>
                  </a:tr>
                  <a:tr h="1038711">
                    <a:tc>
                      <a:txBody>
                        <a:bodyPr/>
                        <a:lstStyle/>
                        <a:p>
                          <a:pPr marL="0" indent="0">
                            <a:buNone/>
                          </a:pPr>
                          <a:r>
                            <a:rPr lang="en-US" sz="1050" dirty="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8711">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5" name="Rectangle 14">
            <a:extLst>
              <a:ext uri="{FF2B5EF4-FFF2-40B4-BE49-F238E27FC236}">
                <a16:creationId xmlns:a16="http://schemas.microsoft.com/office/drawing/2014/main" id="{144F46D7-E377-245F-5B79-C8BEBE87BEBA}"/>
              </a:ext>
            </a:extLst>
          </p:cNvPr>
          <p:cNvSpPr/>
          <p:nvPr/>
        </p:nvSpPr>
        <p:spPr>
          <a:xfrm>
            <a:off x="0" y="8012"/>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Short Division</a:t>
            </a:r>
            <a:endParaRPr lang="en-GB" sz="1200">
              <a:solidFill>
                <a:schemeClr val="bg1"/>
              </a:solidFill>
            </a:endParaRPr>
          </a:p>
        </p:txBody>
      </p:sp>
      <p:sp>
        <p:nvSpPr>
          <p:cNvPr id="16" name="TextBox 15">
            <a:extLst>
              <a:ext uri="{FF2B5EF4-FFF2-40B4-BE49-F238E27FC236}">
                <a16:creationId xmlns:a16="http://schemas.microsoft.com/office/drawing/2014/main" id="{AB5735C2-6EC1-DFC5-DA1D-2F770935F915}"/>
              </a:ext>
            </a:extLst>
          </p:cNvPr>
          <p:cNvSpPr txBox="1"/>
          <p:nvPr/>
        </p:nvSpPr>
        <p:spPr>
          <a:xfrm>
            <a:off x="1308619" y="3164842"/>
            <a:ext cx="1410704" cy="276999"/>
          </a:xfrm>
          <a:prstGeom prst="rect">
            <a:avLst/>
          </a:prstGeom>
          <a:noFill/>
          <a:ln>
            <a:noFill/>
          </a:ln>
        </p:spPr>
        <p:txBody>
          <a:bodyPr wrap="square" rtlCol="0">
            <a:spAutoFit/>
          </a:bodyPr>
          <a:lstStyle/>
          <a:p>
            <a:r>
              <a:rPr lang="en-GB" sz="1200" b="1" i="1" dirty="0">
                <a:solidFill>
                  <a:srgbClr val="FF0000"/>
                </a:solidFill>
              </a:rPr>
              <a:t>Example 34 - I do…</a:t>
            </a:r>
          </a:p>
        </p:txBody>
      </p:sp>
      <p:sp>
        <p:nvSpPr>
          <p:cNvPr id="21" name="TextBox 20">
            <a:extLst>
              <a:ext uri="{FF2B5EF4-FFF2-40B4-BE49-F238E27FC236}">
                <a16:creationId xmlns:a16="http://schemas.microsoft.com/office/drawing/2014/main" id="{89A0C344-4E6E-6E2A-0151-F218F2B3A061}"/>
              </a:ext>
            </a:extLst>
          </p:cNvPr>
          <p:cNvSpPr txBox="1"/>
          <p:nvPr/>
        </p:nvSpPr>
        <p:spPr>
          <a:xfrm>
            <a:off x="5083224" y="3166675"/>
            <a:ext cx="1643405" cy="276999"/>
          </a:xfrm>
          <a:prstGeom prst="rect">
            <a:avLst/>
          </a:prstGeom>
          <a:noFill/>
          <a:ln>
            <a:noFill/>
          </a:ln>
        </p:spPr>
        <p:txBody>
          <a:bodyPr wrap="square" rtlCol="0">
            <a:spAutoFit/>
          </a:bodyPr>
          <a:lstStyle/>
          <a:p>
            <a:r>
              <a:rPr lang="en-GB" sz="1200" b="1" i="1" dirty="0">
                <a:solidFill>
                  <a:srgbClr val="00B050"/>
                </a:solidFill>
              </a:rPr>
              <a:t>Example 36 – You do…</a:t>
            </a:r>
          </a:p>
        </p:txBody>
      </p:sp>
      <p:sp>
        <p:nvSpPr>
          <p:cNvPr id="27" name="TextBox 26">
            <a:extLst>
              <a:ext uri="{FF2B5EF4-FFF2-40B4-BE49-F238E27FC236}">
                <a16:creationId xmlns:a16="http://schemas.microsoft.com/office/drawing/2014/main" id="{5B8AACCC-58A8-19EE-D81B-943D42146B43}"/>
              </a:ext>
            </a:extLst>
          </p:cNvPr>
          <p:cNvSpPr txBox="1"/>
          <p:nvPr/>
        </p:nvSpPr>
        <p:spPr>
          <a:xfrm>
            <a:off x="3144980" y="3161783"/>
            <a:ext cx="1643405" cy="276999"/>
          </a:xfrm>
          <a:prstGeom prst="rect">
            <a:avLst/>
          </a:prstGeom>
          <a:noFill/>
          <a:ln>
            <a:noFill/>
          </a:ln>
        </p:spPr>
        <p:txBody>
          <a:bodyPr wrap="square" rtlCol="0">
            <a:spAutoFit/>
          </a:bodyPr>
          <a:lstStyle/>
          <a:p>
            <a:r>
              <a:rPr lang="en-GB" sz="1200" b="1" i="1" dirty="0">
                <a:solidFill>
                  <a:schemeClr val="accent2"/>
                </a:solidFill>
              </a:rPr>
              <a:t>Example 35 – We do…</a:t>
            </a:r>
          </a:p>
        </p:txBody>
      </p:sp>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2894757719"/>
                  </p:ext>
                </p:extLst>
              </p:nvPr>
            </p:nvGraphicFramePr>
            <p:xfrm>
              <a:off x="167579" y="6233875"/>
              <a:ext cx="6572480" cy="3008995"/>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246861082"/>
                        </a:ext>
                      </a:extLst>
                    </a:gridCol>
                    <a:gridCol w="1643120">
                      <a:extLst>
                        <a:ext uri="{9D8B030D-6E8A-4147-A177-3AD203B41FA5}">
                          <a16:colId xmlns:a16="http://schemas.microsoft.com/office/drawing/2014/main" val="1889165231"/>
                        </a:ext>
                      </a:extLst>
                    </a:gridCol>
                    <a:gridCol w="1643120">
                      <a:extLst>
                        <a:ext uri="{9D8B030D-6E8A-4147-A177-3AD203B41FA5}">
                          <a16:colId xmlns:a16="http://schemas.microsoft.com/office/drawing/2014/main" val="3322670567"/>
                        </a:ext>
                      </a:extLst>
                    </a:gridCol>
                  </a:tblGrid>
                  <a:tr h="357461">
                    <a:tc gridSpan="4">
                      <a:txBody>
                        <a:bodyPr/>
                        <a:lstStyle/>
                        <a:p>
                          <a:r>
                            <a:rPr lang="en-US" sz="1200" b="0" baseline="0" dirty="0">
                              <a:solidFill>
                                <a:schemeClr val="tx1"/>
                              </a:solidFill>
                              <a:latin typeface="+mn-lt"/>
                            </a:rPr>
                            <a:t>23. Without a calculator, calculate: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5044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a) </a:t>
                          </a:r>
                          <a14:m>
                            <m:oMath xmlns:m="http://schemas.openxmlformats.org/officeDocument/2006/math">
                              <m:r>
                                <a:rPr lang="en-GB" sz="1100" b="0" i="0" smtClean="0">
                                  <a:solidFill>
                                    <a:schemeClr val="tx1"/>
                                  </a:solidFill>
                                  <a:latin typeface="Cambria Math" panose="02040503050406030204" pitchFamily="18" charset="0"/>
                                  <a:ea typeface="Cambria Math" panose="02040503050406030204" pitchFamily="18" charset="0"/>
                                </a:rPr>
                                <m:t>84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b) </a:t>
                          </a:r>
                          <a14:m>
                            <m:oMath xmlns:m="http://schemas.openxmlformats.org/officeDocument/2006/math">
                              <m:r>
                                <a:rPr lang="en-GB" sz="1100" b="0" i="1" smtClean="0">
                                  <a:solidFill>
                                    <a:schemeClr val="tx1"/>
                                  </a:solidFill>
                                  <a:latin typeface="Cambria Math" panose="02040503050406030204" pitchFamily="18" charset="0"/>
                                </a:rPr>
                                <m:t>248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c) </a:t>
                          </a:r>
                          <a14:m>
                            <m:oMath xmlns:m="http://schemas.openxmlformats.org/officeDocument/2006/math">
                              <m:r>
                                <a:rPr lang="en-GB" sz="1100" b="0" i="1" smtClean="0">
                                  <a:solidFill>
                                    <a:schemeClr val="tx1"/>
                                  </a:solidFill>
                                  <a:latin typeface="Cambria Math" panose="02040503050406030204" pitchFamily="18" charset="0"/>
                                </a:rPr>
                                <m:t>268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d) </a:t>
                          </a:r>
                          <a14:m>
                            <m:oMath xmlns:m="http://schemas.openxmlformats.org/officeDocument/2006/math">
                              <m:r>
                                <a:rPr lang="en-GB" sz="1100" b="0" i="1" smtClean="0">
                                  <a:solidFill>
                                    <a:schemeClr val="tx1"/>
                                  </a:solidFill>
                                  <a:latin typeface="Cambria Math" panose="02040503050406030204" pitchFamily="18" charset="0"/>
                                </a:rPr>
                                <m:t>284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5044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e) </a:t>
                          </a:r>
                          <a14:m>
                            <m:oMath xmlns:m="http://schemas.openxmlformats.org/officeDocument/2006/math">
                              <m:r>
                                <a:rPr lang="en-GB" sz="1100" b="0" i="1" smtClean="0">
                                  <a:solidFill>
                                    <a:schemeClr val="tx1"/>
                                  </a:solidFill>
                                  <a:latin typeface="Cambria Math" panose="02040503050406030204" pitchFamily="18" charset="0"/>
                                </a:rPr>
                                <m:t>428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f) </a:t>
                          </a:r>
                          <a14:m>
                            <m:oMath xmlns:m="http://schemas.openxmlformats.org/officeDocument/2006/math">
                              <m:r>
                                <a:rPr lang="en-GB" sz="1100" b="0" i="1" smtClean="0">
                                  <a:solidFill>
                                    <a:schemeClr val="tx1"/>
                                  </a:solidFill>
                                  <a:latin typeface="Cambria Math" panose="02040503050406030204" pitchFamily="18" charset="0"/>
                                </a:rPr>
                                <m:t>444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g) </a:t>
                          </a:r>
                          <a14:m>
                            <m:oMath xmlns:m="http://schemas.openxmlformats.org/officeDocument/2006/math">
                              <m:r>
                                <a:rPr lang="en-GB" sz="1100" b="0" i="1" smtClean="0">
                                  <a:solidFill>
                                    <a:schemeClr val="tx1"/>
                                  </a:solidFill>
                                  <a:latin typeface="Cambria Math" panose="02040503050406030204" pitchFamily="18" charset="0"/>
                                </a:rPr>
                                <m:t>2440</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h) </a:t>
                          </a:r>
                          <a14:m>
                            <m:oMath xmlns:m="http://schemas.openxmlformats.org/officeDocument/2006/math">
                              <m:r>
                                <a:rPr lang="en-GB" sz="1100" b="0" i="1" smtClean="0">
                                  <a:solidFill>
                                    <a:schemeClr val="tx1"/>
                                  </a:solidFill>
                                  <a:latin typeface="Cambria Math" panose="02040503050406030204" pitchFamily="18" charset="0"/>
                                </a:rPr>
                                <m:t>2640</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mc:Choice>
        <mc:Fallback xmlns="">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2894757719"/>
                  </p:ext>
                </p:extLst>
              </p:nvPr>
            </p:nvGraphicFramePr>
            <p:xfrm>
              <a:off x="167579" y="6233875"/>
              <a:ext cx="6572480" cy="3008995"/>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246861082"/>
                        </a:ext>
                      </a:extLst>
                    </a:gridCol>
                    <a:gridCol w="1643120">
                      <a:extLst>
                        <a:ext uri="{9D8B030D-6E8A-4147-A177-3AD203B41FA5}">
                          <a16:colId xmlns:a16="http://schemas.microsoft.com/office/drawing/2014/main" val="1889165231"/>
                        </a:ext>
                      </a:extLst>
                    </a:gridCol>
                    <a:gridCol w="1643120">
                      <a:extLst>
                        <a:ext uri="{9D8B030D-6E8A-4147-A177-3AD203B41FA5}">
                          <a16:colId xmlns:a16="http://schemas.microsoft.com/office/drawing/2014/main" val="3322670567"/>
                        </a:ext>
                      </a:extLst>
                    </a:gridCol>
                  </a:tblGrid>
                  <a:tr h="357461">
                    <a:tc gridSpan="4">
                      <a:txBody>
                        <a:bodyPr/>
                        <a:lstStyle/>
                        <a:p>
                          <a:r>
                            <a:rPr lang="en-US" sz="1200" b="0" baseline="0" dirty="0">
                              <a:solidFill>
                                <a:schemeClr val="tx1"/>
                              </a:solidFill>
                              <a:latin typeface="+mn-lt"/>
                            </a:rPr>
                            <a:t>23. Without a calculator, calculate: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50443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0" t="-71084" r="-300370"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70" t="-71084" r="-200370"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115" t="-71084" r="-101115"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71084" r="-741" b="-427711"/>
                          </a:stretch>
                        </a:blipFill>
                      </a:tcPr>
                    </a:tc>
                    <a:extLst>
                      <a:ext uri="{0D108BD9-81ED-4DB2-BD59-A6C34878D82A}">
                        <a16:rowId xmlns:a16="http://schemas.microsoft.com/office/drawing/2014/main" val="3376664857"/>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50443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0" t="-333735" r="-300370"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70" t="-333735" r="-200370"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115" t="-333735" r="-101115"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333735" r="-741" b="-165060"/>
                          </a:stretch>
                        </a:blipFill>
                      </a:tcPr>
                    </a:tc>
                    <a:extLst>
                      <a:ext uri="{0D108BD9-81ED-4DB2-BD59-A6C34878D82A}">
                        <a16:rowId xmlns:a16="http://schemas.microsoft.com/office/drawing/2014/main" val="297662944"/>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mc:Fallback>
      </mc:AlternateContent>
      <p:cxnSp>
        <p:nvCxnSpPr>
          <p:cNvPr id="2" name="Straight Connector 1">
            <a:extLst>
              <a:ext uri="{FF2B5EF4-FFF2-40B4-BE49-F238E27FC236}">
                <a16:creationId xmlns:a16="http://schemas.microsoft.com/office/drawing/2014/main" id="{1E0C2B1F-3B31-35CB-AB28-6309439E5F32}"/>
              </a:ext>
            </a:extLst>
          </p:cNvPr>
          <p:cNvCxnSpPr/>
          <p:nvPr/>
        </p:nvCxnSpPr>
        <p:spPr>
          <a:xfrm flipV="1">
            <a:off x="1003776" y="25937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D2C9FF7-1132-E45C-E02C-4A3B40B4E897}"/>
              </a:ext>
            </a:extLst>
          </p:cNvPr>
          <p:cNvSpPr/>
          <p:nvPr/>
        </p:nvSpPr>
        <p:spPr>
          <a:xfrm>
            <a:off x="158781" y="566295"/>
            <a:ext cx="6699219" cy="25561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F1A17E41-B139-0612-0009-A25BD214CE09}"/>
              </a:ext>
            </a:extLst>
          </p:cNvPr>
          <p:cNvCxnSpPr/>
          <p:nvPr/>
        </p:nvCxnSpPr>
        <p:spPr>
          <a:xfrm>
            <a:off x="149095" y="189276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7FFA2691-C206-0A7B-8D77-2642C2EF3752}"/>
              </a:ext>
            </a:extLst>
          </p:cNvPr>
          <p:cNvCxnSpPr/>
          <p:nvPr/>
        </p:nvCxnSpPr>
        <p:spPr>
          <a:xfrm flipV="1">
            <a:off x="3498705" y="663127"/>
            <a:ext cx="0" cy="245928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329D06E-359F-809D-4D67-F146C9196712}"/>
              </a:ext>
            </a:extLst>
          </p:cNvPr>
          <p:cNvSpPr txBox="1"/>
          <p:nvPr/>
        </p:nvSpPr>
        <p:spPr>
          <a:xfrm>
            <a:off x="166850" y="556575"/>
            <a:ext cx="824713" cy="461665"/>
          </a:xfrm>
          <a:prstGeom prst="rect">
            <a:avLst/>
          </a:prstGeom>
          <a:noFill/>
        </p:spPr>
        <p:txBody>
          <a:bodyPr wrap="none" rtlCol="0">
            <a:spAutoFit/>
          </a:bodyPr>
          <a:lstStyle/>
          <a:p>
            <a:r>
              <a:rPr lang="en-US" sz="1200" b="1"/>
              <a:t>Definition</a:t>
            </a:r>
          </a:p>
          <a:p>
            <a:endParaRPr lang="en-US" sz="1200"/>
          </a:p>
        </p:txBody>
      </p:sp>
      <p:sp>
        <p:nvSpPr>
          <p:cNvPr id="13" name="TextBox 12">
            <a:extLst>
              <a:ext uri="{FF2B5EF4-FFF2-40B4-BE49-F238E27FC236}">
                <a16:creationId xmlns:a16="http://schemas.microsoft.com/office/drawing/2014/main" id="{46941734-FFAF-AB0B-8DC5-2160139979B4}"/>
              </a:ext>
            </a:extLst>
          </p:cNvPr>
          <p:cNvSpPr txBox="1"/>
          <p:nvPr/>
        </p:nvSpPr>
        <p:spPr>
          <a:xfrm>
            <a:off x="5690901" y="562935"/>
            <a:ext cx="1112228" cy="276999"/>
          </a:xfrm>
          <a:prstGeom prst="rect">
            <a:avLst/>
          </a:prstGeom>
          <a:noFill/>
        </p:spPr>
        <p:txBody>
          <a:bodyPr wrap="none" rtlCol="0">
            <a:spAutoFit/>
          </a:bodyPr>
          <a:lstStyle/>
          <a:p>
            <a:r>
              <a:rPr lang="en-US" sz="1200" b="1"/>
              <a:t>Characteristics</a:t>
            </a:r>
            <a:endParaRPr lang="en-GB" sz="1200" b="1"/>
          </a:p>
        </p:txBody>
      </p:sp>
      <p:sp>
        <p:nvSpPr>
          <p:cNvPr id="17" name="TextBox 16">
            <a:extLst>
              <a:ext uri="{FF2B5EF4-FFF2-40B4-BE49-F238E27FC236}">
                <a16:creationId xmlns:a16="http://schemas.microsoft.com/office/drawing/2014/main" id="{A76B184B-AB2D-D93A-90AF-47833EDDA29E}"/>
              </a:ext>
            </a:extLst>
          </p:cNvPr>
          <p:cNvSpPr txBox="1"/>
          <p:nvPr/>
        </p:nvSpPr>
        <p:spPr>
          <a:xfrm>
            <a:off x="181997" y="1921134"/>
            <a:ext cx="788164" cy="276999"/>
          </a:xfrm>
          <a:prstGeom prst="rect">
            <a:avLst/>
          </a:prstGeom>
          <a:noFill/>
        </p:spPr>
        <p:txBody>
          <a:bodyPr wrap="none" rtlCol="0">
            <a:spAutoFit/>
          </a:bodyPr>
          <a:lstStyle/>
          <a:p>
            <a:r>
              <a:rPr lang="en-US" sz="1200" b="1"/>
              <a:t>Examples</a:t>
            </a:r>
            <a:endParaRPr lang="en-GB" sz="1200" b="1"/>
          </a:p>
        </p:txBody>
      </p:sp>
      <p:sp>
        <p:nvSpPr>
          <p:cNvPr id="18" name="TextBox 17">
            <a:extLst>
              <a:ext uri="{FF2B5EF4-FFF2-40B4-BE49-F238E27FC236}">
                <a16:creationId xmlns:a16="http://schemas.microsoft.com/office/drawing/2014/main" id="{A4500DBF-D7C3-C16A-169D-B3D757B444F8}"/>
              </a:ext>
            </a:extLst>
          </p:cNvPr>
          <p:cNvSpPr txBox="1"/>
          <p:nvPr/>
        </p:nvSpPr>
        <p:spPr>
          <a:xfrm>
            <a:off x="5619414" y="1896753"/>
            <a:ext cx="1172885" cy="276999"/>
          </a:xfrm>
          <a:prstGeom prst="rect">
            <a:avLst/>
          </a:prstGeom>
          <a:noFill/>
        </p:spPr>
        <p:txBody>
          <a:bodyPr wrap="none" rtlCol="0">
            <a:spAutoFit/>
          </a:bodyPr>
          <a:lstStyle/>
          <a:p>
            <a:r>
              <a:rPr lang="en-US" sz="1200" b="1"/>
              <a:t>Non - Examples</a:t>
            </a:r>
            <a:endParaRPr lang="en-GB" sz="1200" b="1"/>
          </a:p>
        </p:txBody>
      </p:sp>
      <p:sp>
        <p:nvSpPr>
          <p:cNvPr id="19" name="TextBox 18">
            <a:extLst>
              <a:ext uri="{FF2B5EF4-FFF2-40B4-BE49-F238E27FC236}">
                <a16:creationId xmlns:a16="http://schemas.microsoft.com/office/drawing/2014/main" id="{2CE4B8BB-63AB-4798-C54D-89CF4E66C5F7}"/>
              </a:ext>
            </a:extLst>
          </p:cNvPr>
          <p:cNvSpPr txBox="1"/>
          <p:nvPr/>
        </p:nvSpPr>
        <p:spPr>
          <a:xfrm>
            <a:off x="172565" y="764446"/>
            <a:ext cx="3230335" cy="276999"/>
          </a:xfrm>
          <a:prstGeom prst="rect">
            <a:avLst/>
          </a:prstGeom>
          <a:noFill/>
        </p:spPr>
        <p:txBody>
          <a:bodyPr wrap="square" lIns="91440" tIns="45720" rIns="91440" bIns="45720" rtlCol="0" anchor="t">
            <a:spAutoFit/>
          </a:bodyPr>
          <a:lstStyle/>
          <a:p>
            <a:r>
              <a:rPr lang="en-US" sz="1200">
                <a:solidFill>
                  <a:srgbClr val="000000"/>
                </a:solidFill>
                <a:latin typeface="Calibri"/>
                <a:ea typeface="Calibri"/>
                <a:cs typeface="Calibri"/>
              </a:rPr>
              <a:t>A number by which another number is divided</a:t>
            </a:r>
            <a:endParaRPr lang="en-US"/>
          </a:p>
        </p:txBody>
      </p:sp>
      <p:sp>
        <p:nvSpPr>
          <p:cNvPr id="20" name="TextBox 19">
            <a:extLst>
              <a:ext uri="{FF2B5EF4-FFF2-40B4-BE49-F238E27FC236}">
                <a16:creationId xmlns:a16="http://schemas.microsoft.com/office/drawing/2014/main" id="{EF8A6797-B70E-0EC4-FBF8-8A865FFB9210}"/>
              </a:ext>
            </a:extLst>
          </p:cNvPr>
          <p:cNvSpPr txBox="1"/>
          <p:nvPr/>
        </p:nvSpPr>
        <p:spPr>
          <a:xfrm>
            <a:off x="3563732" y="785733"/>
            <a:ext cx="3230335" cy="830997"/>
          </a:xfrm>
          <a:prstGeom prst="rect">
            <a:avLst/>
          </a:prstGeom>
          <a:noFill/>
        </p:spPr>
        <p:txBody>
          <a:bodyPr wrap="square" lIns="91440" tIns="45720" rIns="91440" bIns="45720" rtlCol="0" anchor="t">
            <a:spAutoFit/>
          </a:bodyPr>
          <a:lstStyle/>
          <a:p>
            <a:pPr algn="ctr"/>
            <a:r>
              <a:rPr lang="en-US" sz="1200"/>
              <a:t>425 ÷ 5 = 85</a:t>
            </a: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p:txBody>
      </p:sp>
      <p:sp>
        <p:nvSpPr>
          <p:cNvPr id="22" name="TextBox 21">
            <a:extLst>
              <a:ext uri="{FF2B5EF4-FFF2-40B4-BE49-F238E27FC236}">
                <a16:creationId xmlns:a16="http://schemas.microsoft.com/office/drawing/2014/main" id="{A708634B-DB5F-9A8E-1087-45D025C3BB42}"/>
              </a:ext>
            </a:extLst>
          </p:cNvPr>
          <p:cNvSpPr txBox="1"/>
          <p:nvPr/>
        </p:nvSpPr>
        <p:spPr>
          <a:xfrm>
            <a:off x="3114160" y="1765549"/>
            <a:ext cx="829073" cy="369332"/>
          </a:xfrm>
          <a:prstGeom prst="rect">
            <a:avLst/>
          </a:prstGeom>
          <a:solidFill>
            <a:schemeClr val="bg1"/>
          </a:solidFill>
          <a:ln>
            <a:solidFill>
              <a:schemeClr val="tx1"/>
            </a:solidFill>
          </a:ln>
        </p:spPr>
        <p:txBody>
          <a:bodyPr wrap="none" lIns="91440" tIns="45720" rIns="91440" bIns="45720" rtlCol="0" anchor="t">
            <a:spAutoFit/>
          </a:bodyPr>
          <a:lstStyle/>
          <a:p>
            <a:r>
              <a:rPr lang="en-US"/>
              <a:t>Divisor</a:t>
            </a:r>
            <a:endParaRPr lang="en-GB">
              <a:ea typeface="Calibri" panose="020F0502020204030204"/>
              <a:cs typeface="Calibri" panose="020F0502020204030204"/>
            </a:endParaRPr>
          </a:p>
        </p:txBody>
      </p:sp>
      <p:sp>
        <p:nvSpPr>
          <p:cNvPr id="23" name="TextBox 22">
            <a:extLst>
              <a:ext uri="{FF2B5EF4-FFF2-40B4-BE49-F238E27FC236}">
                <a16:creationId xmlns:a16="http://schemas.microsoft.com/office/drawing/2014/main" id="{5520CB53-7719-F3AA-C52B-CEAA3CC09E7B}"/>
              </a:ext>
            </a:extLst>
          </p:cNvPr>
          <p:cNvSpPr txBox="1"/>
          <p:nvPr/>
        </p:nvSpPr>
        <p:spPr>
          <a:xfrm>
            <a:off x="212355" y="2170078"/>
            <a:ext cx="3230335" cy="461665"/>
          </a:xfrm>
          <a:prstGeom prst="rect">
            <a:avLst/>
          </a:prstGeom>
          <a:noFill/>
        </p:spPr>
        <p:txBody>
          <a:bodyPr wrap="square" lIns="91440" tIns="45720" rIns="91440" bIns="45720" rtlCol="0" anchor="t">
            <a:spAutoFit/>
          </a:bodyPr>
          <a:lstStyle/>
          <a:p>
            <a:r>
              <a:rPr lang="en-US" sz="1200"/>
              <a:t>6 </a:t>
            </a:r>
            <a:r>
              <a:rPr lang="en-US" sz="1200">
                <a:solidFill>
                  <a:schemeClr val="tx1"/>
                </a:solidFill>
              </a:rPr>
              <a:t>÷ 3 = 2</a:t>
            </a:r>
            <a:endParaRPr lang="en-US" sz="1200"/>
          </a:p>
          <a:p>
            <a:r>
              <a:rPr lang="en-US" sz="1200">
                <a:ea typeface="Calibri"/>
                <a:cs typeface="Calibri"/>
              </a:rPr>
              <a:t>3 is the divisor</a:t>
            </a:r>
          </a:p>
        </p:txBody>
      </p:sp>
      <p:cxnSp>
        <p:nvCxnSpPr>
          <p:cNvPr id="24" name="Straight Arrow Connector 23">
            <a:extLst>
              <a:ext uri="{FF2B5EF4-FFF2-40B4-BE49-F238E27FC236}">
                <a16:creationId xmlns:a16="http://schemas.microsoft.com/office/drawing/2014/main" id="{ECC611F7-7854-3F4E-A328-7C3D59CD13D0}"/>
              </a:ext>
            </a:extLst>
          </p:cNvPr>
          <p:cNvCxnSpPr>
            <a:cxnSpLocks/>
          </p:cNvCxnSpPr>
          <p:nvPr/>
        </p:nvCxnSpPr>
        <p:spPr>
          <a:xfrm flipV="1">
            <a:off x="4834230" y="1018240"/>
            <a:ext cx="352584" cy="325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91968BE-CFFA-35CD-854B-6F3E7ED6DEA1}"/>
              </a:ext>
            </a:extLst>
          </p:cNvPr>
          <p:cNvSpPr txBox="1"/>
          <p:nvPr/>
        </p:nvSpPr>
        <p:spPr>
          <a:xfrm>
            <a:off x="4439185" y="1295914"/>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Divisor</a:t>
            </a:r>
            <a:endParaRPr lang="en-US"/>
          </a:p>
        </p:txBody>
      </p:sp>
      <p:sp>
        <p:nvSpPr>
          <p:cNvPr id="28" name="Half Frame 27">
            <a:extLst>
              <a:ext uri="{FF2B5EF4-FFF2-40B4-BE49-F238E27FC236}">
                <a16:creationId xmlns:a16="http://schemas.microsoft.com/office/drawing/2014/main" id="{8954836B-C8E6-09B8-6CFC-A6216D3E8C39}"/>
              </a:ext>
            </a:extLst>
          </p:cNvPr>
          <p:cNvSpPr/>
          <p:nvPr/>
        </p:nvSpPr>
        <p:spPr>
          <a:xfrm>
            <a:off x="5753810" y="1390886"/>
            <a:ext cx="699469" cy="420624"/>
          </a:xfrm>
          <a:prstGeom prst="halfFrame">
            <a:avLst>
              <a:gd name="adj1" fmla="val 6612"/>
              <a:gd name="adj2" fmla="val 4858"/>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9" name="Straight Arrow Connector 28">
            <a:extLst>
              <a:ext uri="{FF2B5EF4-FFF2-40B4-BE49-F238E27FC236}">
                <a16:creationId xmlns:a16="http://schemas.microsoft.com/office/drawing/2014/main" id="{2CC7CB43-D018-1ACE-EDC9-E1AF1383F71D}"/>
              </a:ext>
            </a:extLst>
          </p:cNvPr>
          <p:cNvCxnSpPr>
            <a:cxnSpLocks/>
          </p:cNvCxnSpPr>
          <p:nvPr/>
        </p:nvCxnSpPr>
        <p:spPr>
          <a:xfrm>
            <a:off x="4986630" y="1495700"/>
            <a:ext cx="499770" cy="662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7D053A7-BE1C-73EA-9220-6264CE715C85}"/>
              </a:ext>
            </a:extLst>
          </p:cNvPr>
          <p:cNvSpPr txBox="1"/>
          <p:nvPr/>
        </p:nvSpPr>
        <p:spPr>
          <a:xfrm>
            <a:off x="3498617" y="2130770"/>
            <a:ext cx="3230335" cy="276999"/>
          </a:xfrm>
          <a:prstGeom prst="rect">
            <a:avLst/>
          </a:prstGeom>
          <a:noFill/>
        </p:spPr>
        <p:txBody>
          <a:bodyPr wrap="square" lIns="91440" tIns="45720" rIns="91440" bIns="45720" rtlCol="0" anchor="t">
            <a:spAutoFit/>
          </a:bodyPr>
          <a:lstStyle/>
          <a:p>
            <a:r>
              <a:rPr lang="en-US" sz="1200"/>
              <a:t>Cannot be the numerator of a fraction</a:t>
            </a:r>
            <a:endParaRPr lang="en-US" sz="1200">
              <a:ea typeface="Calibri"/>
              <a:cs typeface="Calibri"/>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7805A4F-23D4-33A9-9362-8B0630023895}"/>
                  </a:ext>
                </a:extLst>
              </p:cNvPr>
              <p:cNvSpPr txBox="1"/>
              <p:nvPr/>
            </p:nvSpPr>
            <p:spPr>
              <a:xfrm>
                <a:off x="3379666" y="943896"/>
                <a:ext cx="1243585" cy="443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425</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=85</m:t>
                      </m:r>
                    </m:oMath>
                  </m:oMathPara>
                </a14:m>
                <a:endParaRPr lang="en-GB" sz="1200"/>
              </a:p>
            </p:txBody>
          </p:sp>
        </mc:Choice>
        <mc:Fallback xmlns="">
          <p:sp>
            <p:nvSpPr>
              <p:cNvPr id="31" name="TextBox 30">
                <a:extLst>
                  <a:ext uri="{FF2B5EF4-FFF2-40B4-BE49-F238E27FC236}">
                    <a16:creationId xmlns:a16="http://schemas.microsoft.com/office/drawing/2014/main" id="{C7805A4F-23D4-33A9-9362-8B0630023895}"/>
                  </a:ext>
                </a:extLst>
              </p:cNvPr>
              <p:cNvSpPr txBox="1">
                <a:spLocks noRot="1" noChangeAspect="1" noMove="1" noResize="1" noEditPoints="1" noAdjustHandles="1" noChangeArrowheads="1" noChangeShapeType="1" noTextEdit="1"/>
              </p:cNvSpPr>
              <p:nvPr/>
            </p:nvSpPr>
            <p:spPr>
              <a:xfrm>
                <a:off x="3379666" y="943896"/>
                <a:ext cx="1243585" cy="443006"/>
              </a:xfrm>
              <a:prstGeom prst="rect">
                <a:avLst/>
              </a:prstGeom>
              <a:blipFill>
                <a:blip r:embed="rId5"/>
                <a:stretch>
                  <a:fillRect b="-1370"/>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043624C7-CED8-7080-F374-297CF4EEDA72}"/>
              </a:ext>
            </a:extLst>
          </p:cNvPr>
          <p:cNvCxnSpPr>
            <a:cxnSpLocks/>
          </p:cNvCxnSpPr>
          <p:nvPr/>
        </p:nvCxnSpPr>
        <p:spPr>
          <a:xfrm flipH="1" flipV="1">
            <a:off x="3894271" y="1305347"/>
            <a:ext cx="565294" cy="1196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25EC052-6EC0-6854-1445-2AADF0665C6C}"/>
              </a:ext>
            </a:extLst>
          </p:cNvPr>
          <p:cNvSpPr/>
          <p:nvPr/>
        </p:nvSpPr>
        <p:spPr>
          <a:xfrm>
            <a:off x="0" y="6028515"/>
            <a:ext cx="1856024" cy="22262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6" name="Slide Number Placeholder 2">
            <a:extLst>
              <a:ext uri="{FF2B5EF4-FFF2-40B4-BE49-F238E27FC236}">
                <a16:creationId xmlns:a16="http://schemas.microsoft.com/office/drawing/2014/main" id="{26FE9B3C-726B-7719-1A91-A8C1601A210F}"/>
              </a:ext>
            </a:extLst>
          </p:cNvPr>
          <p:cNvSpPr>
            <a:spLocks noGrp="1"/>
          </p:cNvSpPr>
          <p:nvPr>
            <p:ph type="sldNum" sz="quarter" idx="12"/>
          </p:nvPr>
        </p:nvSpPr>
        <p:spPr>
          <a:xfrm>
            <a:off x="5314950" y="9394857"/>
            <a:ext cx="1543050" cy="527403"/>
          </a:xfrm>
        </p:spPr>
        <p:txBody>
          <a:bodyPr/>
          <a:lstStyle/>
          <a:p>
            <a:fld id="{19F1D9CC-7119-45EC-A96C-D8C0660F3AAB}" type="slidenum">
              <a:rPr lang="en-GB" smtClean="0"/>
              <a:t>15</a:t>
            </a:fld>
            <a:endParaRPr lang="en-GB" dirty="0"/>
          </a:p>
        </p:txBody>
      </p:sp>
    </p:spTree>
    <p:extLst>
      <p:ext uri="{BB962C8B-B14F-4D97-AF65-F5344CB8AC3E}">
        <p14:creationId xmlns:p14="http://schemas.microsoft.com/office/powerpoint/2010/main" val="791333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378597"/>
            <a:ext cx="1543050" cy="527403"/>
          </a:xfrm>
        </p:spPr>
        <p:txBody>
          <a:bodyPr/>
          <a:lstStyle/>
          <a:p>
            <a:fld id="{19F1D9CC-7119-45EC-A96C-D8C0660F3AAB}" type="slidenum">
              <a:rPr lang="en-GB" smtClean="0"/>
              <a:t>16</a:t>
            </a:fld>
            <a:endParaRPr lang="en-GB"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1370851628"/>
                  </p:ext>
                </p:extLst>
              </p:nvPr>
            </p:nvGraphicFramePr>
            <p:xfrm>
              <a:off x="155894" y="0"/>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56÷4</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64÷4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96÷4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1370851628"/>
                  </p:ext>
                </p:extLst>
              </p:nvPr>
            </p:nvGraphicFramePr>
            <p:xfrm>
              <a:off x="155894" y="0"/>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542" t="-100000" r="-214237"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857" t="-100000" r="-100635"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2857" t="-100000" r="-635" b="-527692"/>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3" name="TextBox 2">
            <a:extLst>
              <a:ext uri="{FF2B5EF4-FFF2-40B4-BE49-F238E27FC236}">
                <a16:creationId xmlns:a16="http://schemas.microsoft.com/office/drawing/2014/main" id="{921C4FDE-D3ED-01CB-8AE1-5EA806BE8809}"/>
              </a:ext>
            </a:extLst>
          </p:cNvPr>
          <p:cNvSpPr txBox="1"/>
          <p:nvPr/>
        </p:nvSpPr>
        <p:spPr>
          <a:xfrm>
            <a:off x="1165611" y="77629"/>
            <a:ext cx="1410704" cy="276999"/>
          </a:xfrm>
          <a:prstGeom prst="rect">
            <a:avLst/>
          </a:prstGeom>
          <a:noFill/>
          <a:ln>
            <a:noFill/>
          </a:ln>
        </p:spPr>
        <p:txBody>
          <a:bodyPr wrap="square" rtlCol="0">
            <a:spAutoFit/>
          </a:bodyPr>
          <a:lstStyle/>
          <a:p>
            <a:r>
              <a:rPr lang="en-GB" sz="1200" b="1" i="1" dirty="0">
                <a:solidFill>
                  <a:srgbClr val="FF0000"/>
                </a:solidFill>
              </a:rPr>
              <a:t>Example 37 -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5084967" y="70808"/>
            <a:ext cx="1643405" cy="276999"/>
          </a:xfrm>
          <a:prstGeom prst="rect">
            <a:avLst/>
          </a:prstGeom>
          <a:noFill/>
          <a:ln>
            <a:noFill/>
          </a:ln>
        </p:spPr>
        <p:txBody>
          <a:bodyPr wrap="square" rtlCol="0">
            <a:spAutoFit/>
          </a:bodyPr>
          <a:lstStyle/>
          <a:p>
            <a:r>
              <a:rPr lang="en-GB" sz="1200" b="1" i="1" dirty="0">
                <a:solidFill>
                  <a:srgbClr val="00B050"/>
                </a:solidFill>
              </a:rPr>
              <a:t>Example 39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3126889" y="58235"/>
            <a:ext cx="1643405" cy="276999"/>
          </a:xfrm>
          <a:prstGeom prst="rect">
            <a:avLst/>
          </a:prstGeom>
          <a:noFill/>
          <a:ln>
            <a:noFill/>
          </a:ln>
        </p:spPr>
        <p:txBody>
          <a:bodyPr wrap="square" rtlCol="0">
            <a:spAutoFit/>
          </a:bodyPr>
          <a:lstStyle/>
          <a:p>
            <a:r>
              <a:rPr lang="en-GB" sz="1200" b="1" i="1" dirty="0">
                <a:solidFill>
                  <a:schemeClr val="accent2"/>
                </a:solidFill>
              </a:rPr>
              <a:t>Example 38 – We do…</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14C67562-52E0-E400-E3D9-7C968E894A10}"/>
                  </a:ext>
                </a:extLst>
              </p:cNvPr>
              <p:cNvGraphicFramePr>
                <a:graphicFrameLocks noGrp="1"/>
              </p:cNvGraphicFramePr>
              <p:nvPr>
                <p:extLst>
                  <p:ext uri="{D42A27DB-BD31-4B8C-83A1-F6EECF244321}">
                    <p14:modId xmlns:p14="http://schemas.microsoft.com/office/powerpoint/2010/main" val="49991843"/>
                  </p:ext>
                </p:extLst>
              </p:nvPr>
            </p:nvGraphicFramePr>
            <p:xfrm>
              <a:off x="155894" y="2911806"/>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528÷4</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324÷2</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362÷2</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1" name="Table 10">
                <a:extLst>
                  <a:ext uri="{FF2B5EF4-FFF2-40B4-BE49-F238E27FC236}">
                    <a16:creationId xmlns:a16="http://schemas.microsoft.com/office/drawing/2014/main" id="{14C67562-52E0-E400-E3D9-7C968E894A10}"/>
                  </a:ext>
                </a:extLst>
              </p:cNvPr>
              <p:cNvGraphicFramePr>
                <a:graphicFrameLocks noGrp="1"/>
              </p:cNvGraphicFramePr>
              <p:nvPr>
                <p:extLst>
                  <p:ext uri="{D42A27DB-BD31-4B8C-83A1-F6EECF244321}">
                    <p14:modId xmlns:p14="http://schemas.microsoft.com/office/powerpoint/2010/main" val="49991843"/>
                  </p:ext>
                </p:extLst>
              </p:nvPr>
            </p:nvGraphicFramePr>
            <p:xfrm>
              <a:off x="155894" y="2911806"/>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2542" t="-100000" r="-214237" b="-5292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2857" t="-100000" r="-100635" b="-5292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42857" t="-100000" r="-635" b="-529231"/>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2" name="TextBox 11">
            <a:extLst>
              <a:ext uri="{FF2B5EF4-FFF2-40B4-BE49-F238E27FC236}">
                <a16:creationId xmlns:a16="http://schemas.microsoft.com/office/drawing/2014/main" id="{CC875394-C51A-D865-A3F0-E221185E77A4}"/>
              </a:ext>
            </a:extLst>
          </p:cNvPr>
          <p:cNvSpPr txBox="1"/>
          <p:nvPr/>
        </p:nvSpPr>
        <p:spPr>
          <a:xfrm>
            <a:off x="1228386" y="2956873"/>
            <a:ext cx="1410704" cy="276999"/>
          </a:xfrm>
          <a:prstGeom prst="rect">
            <a:avLst/>
          </a:prstGeom>
          <a:noFill/>
          <a:ln>
            <a:noFill/>
          </a:ln>
        </p:spPr>
        <p:txBody>
          <a:bodyPr wrap="square" rtlCol="0">
            <a:spAutoFit/>
          </a:bodyPr>
          <a:lstStyle/>
          <a:p>
            <a:r>
              <a:rPr lang="en-GB" sz="1200" b="1" i="1" dirty="0">
                <a:solidFill>
                  <a:srgbClr val="FF0000"/>
                </a:solidFill>
              </a:rPr>
              <a:t>Example 40 - I do…</a:t>
            </a:r>
          </a:p>
        </p:txBody>
      </p:sp>
      <p:sp>
        <p:nvSpPr>
          <p:cNvPr id="13" name="TextBox 12">
            <a:extLst>
              <a:ext uri="{FF2B5EF4-FFF2-40B4-BE49-F238E27FC236}">
                <a16:creationId xmlns:a16="http://schemas.microsoft.com/office/drawing/2014/main" id="{49E7F6B2-CBE3-5E49-7584-1817B2EC24B2}"/>
              </a:ext>
            </a:extLst>
          </p:cNvPr>
          <p:cNvSpPr txBox="1"/>
          <p:nvPr/>
        </p:nvSpPr>
        <p:spPr>
          <a:xfrm>
            <a:off x="5147742" y="2950052"/>
            <a:ext cx="1643405" cy="276999"/>
          </a:xfrm>
          <a:prstGeom prst="rect">
            <a:avLst/>
          </a:prstGeom>
          <a:noFill/>
          <a:ln>
            <a:noFill/>
          </a:ln>
        </p:spPr>
        <p:txBody>
          <a:bodyPr wrap="square" rtlCol="0">
            <a:spAutoFit/>
          </a:bodyPr>
          <a:lstStyle/>
          <a:p>
            <a:r>
              <a:rPr lang="en-GB" sz="1200" b="1" i="1" dirty="0">
                <a:solidFill>
                  <a:srgbClr val="00B050"/>
                </a:solidFill>
              </a:rPr>
              <a:t>Example 42 – You do…</a:t>
            </a:r>
          </a:p>
        </p:txBody>
      </p:sp>
      <p:sp>
        <p:nvSpPr>
          <p:cNvPr id="14" name="TextBox 13">
            <a:extLst>
              <a:ext uri="{FF2B5EF4-FFF2-40B4-BE49-F238E27FC236}">
                <a16:creationId xmlns:a16="http://schemas.microsoft.com/office/drawing/2014/main" id="{6AF16C39-A5B4-DE08-308D-250722D18E0F}"/>
              </a:ext>
            </a:extLst>
          </p:cNvPr>
          <p:cNvSpPr txBox="1"/>
          <p:nvPr/>
        </p:nvSpPr>
        <p:spPr>
          <a:xfrm>
            <a:off x="3189664" y="2937479"/>
            <a:ext cx="1643405" cy="276999"/>
          </a:xfrm>
          <a:prstGeom prst="rect">
            <a:avLst/>
          </a:prstGeom>
          <a:noFill/>
          <a:ln>
            <a:noFill/>
          </a:ln>
        </p:spPr>
        <p:txBody>
          <a:bodyPr wrap="square" rtlCol="0">
            <a:spAutoFit/>
          </a:bodyPr>
          <a:lstStyle/>
          <a:p>
            <a:r>
              <a:rPr lang="en-GB" sz="1200" b="1" i="1" dirty="0">
                <a:solidFill>
                  <a:schemeClr val="accent2"/>
                </a:solidFill>
              </a:rPr>
              <a:t>Example 41 – We do…</a:t>
            </a: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14D915FE-717C-631E-AD06-D8CAACD13023}"/>
                  </a:ext>
                </a:extLst>
              </p:cNvPr>
              <p:cNvGraphicFramePr>
                <a:graphicFrameLocks noGrp="1"/>
              </p:cNvGraphicFramePr>
              <p:nvPr>
                <p:extLst>
                  <p:ext uri="{D42A27DB-BD31-4B8C-83A1-F6EECF244321}">
                    <p14:modId xmlns:p14="http://schemas.microsoft.com/office/powerpoint/2010/main" val="135210894"/>
                  </p:ext>
                </p:extLst>
              </p:nvPr>
            </p:nvGraphicFramePr>
            <p:xfrm>
              <a:off x="155894" y="5816723"/>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3232÷2</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3112÷4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3332÷4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5" name="Table 14">
                <a:extLst>
                  <a:ext uri="{FF2B5EF4-FFF2-40B4-BE49-F238E27FC236}">
                    <a16:creationId xmlns:a16="http://schemas.microsoft.com/office/drawing/2014/main" id="{14D915FE-717C-631E-AD06-D8CAACD13023}"/>
                  </a:ext>
                </a:extLst>
              </p:cNvPr>
              <p:cNvGraphicFramePr>
                <a:graphicFrameLocks noGrp="1"/>
              </p:cNvGraphicFramePr>
              <p:nvPr>
                <p:extLst>
                  <p:ext uri="{D42A27DB-BD31-4B8C-83A1-F6EECF244321}">
                    <p14:modId xmlns:p14="http://schemas.microsoft.com/office/powerpoint/2010/main" val="135210894"/>
                  </p:ext>
                </p:extLst>
              </p:nvPr>
            </p:nvGraphicFramePr>
            <p:xfrm>
              <a:off x="155894" y="5816723"/>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542" t="-100000" r="-214237"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2857" t="-100000" r="-100635"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42857" t="-100000" r="-635" b="-527692"/>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6" name="TextBox 15">
            <a:extLst>
              <a:ext uri="{FF2B5EF4-FFF2-40B4-BE49-F238E27FC236}">
                <a16:creationId xmlns:a16="http://schemas.microsoft.com/office/drawing/2014/main" id="{8449B7A0-C2C5-3927-45F1-98BD875BE565}"/>
              </a:ext>
            </a:extLst>
          </p:cNvPr>
          <p:cNvSpPr txBox="1"/>
          <p:nvPr/>
        </p:nvSpPr>
        <p:spPr>
          <a:xfrm>
            <a:off x="1228386" y="5861790"/>
            <a:ext cx="1410704" cy="276999"/>
          </a:xfrm>
          <a:prstGeom prst="rect">
            <a:avLst/>
          </a:prstGeom>
          <a:noFill/>
          <a:ln>
            <a:noFill/>
          </a:ln>
        </p:spPr>
        <p:txBody>
          <a:bodyPr wrap="square" rtlCol="0">
            <a:spAutoFit/>
          </a:bodyPr>
          <a:lstStyle/>
          <a:p>
            <a:r>
              <a:rPr lang="en-GB" sz="1200" b="1" i="1" dirty="0">
                <a:solidFill>
                  <a:srgbClr val="FF0000"/>
                </a:solidFill>
              </a:rPr>
              <a:t>Example 43 - I do…</a:t>
            </a:r>
          </a:p>
        </p:txBody>
      </p:sp>
      <p:sp>
        <p:nvSpPr>
          <p:cNvPr id="17" name="TextBox 16">
            <a:extLst>
              <a:ext uri="{FF2B5EF4-FFF2-40B4-BE49-F238E27FC236}">
                <a16:creationId xmlns:a16="http://schemas.microsoft.com/office/drawing/2014/main" id="{7A4FE300-5B14-C204-3B66-42764D6A9FA0}"/>
              </a:ext>
            </a:extLst>
          </p:cNvPr>
          <p:cNvSpPr txBox="1"/>
          <p:nvPr/>
        </p:nvSpPr>
        <p:spPr>
          <a:xfrm>
            <a:off x="5147742" y="5854969"/>
            <a:ext cx="1643405" cy="276999"/>
          </a:xfrm>
          <a:prstGeom prst="rect">
            <a:avLst/>
          </a:prstGeom>
          <a:noFill/>
          <a:ln>
            <a:noFill/>
          </a:ln>
        </p:spPr>
        <p:txBody>
          <a:bodyPr wrap="square" rtlCol="0">
            <a:spAutoFit/>
          </a:bodyPr>
          <a:lstStyle/>
          <a:p>
            <a:r>
              <a:rPr lang="en-GB" sz="1200" b="1" i="1" dirty="0">
                <a:solidFill>
                  <a:srgbClr val="00B050"/>
                </a:solidFill>
              </a:rPr>
              <a:t>Example 45 – You do…</a:t>
            </a:r>
          </a:p>
        </p:txBody>
      </p:sp>
      <p:sp>
        <p:nvSpPr>
          <p:cNvPr id="18" name="TextBox 17">
            <a:extLst>
              <a:ext uri="{FF2B5EF4-FFF2-40B4-BE49-F238E27FC236}">
                <a16:creationId xmlns:a16="http://schemas.microsoft.com/office/drawing/2014/main" id="{8541F2EC-156C-F59F-89E7-E8CD1FAC04E6}"/>
              </a:ext>
            </a:extLst>
          </p:cNvPr>
          <p:cNvSpPr txBox="1"/>
          <p:nvPr/>
        </p:nvSpPr>
        <p:spPr>
          <a:xfrm>
            <a:off x="3189664" y="5842396"/>
            <a:ext cx="1643405" cy="276999"/>
          </a:xfrm>
          <a:prstGeom prst="rect">
            <a:avLst/>
          </a:prstGeom>
          <a:noFill/>
          <a:ln>
            <a:noFill/>
          </a:ln>
        </p:spPr>
        <p:txBody>
          <a:bodyPr wrap="square" rtlCol="0">
            <a:spAutoFit/>
          </a:bodyPr>
          <a:lstStyle/>
          <a:p>
            <a:r>
              <a:rPr lang="en-GB" sz="1200" b="1" i="1" dirty="0">
                <a:solidFill>
                  <a:schemeClr val="accent2"/>
                </a:solidFill>
              </a:rPr>
              <a:t>Example 44 - We do…</a:t>
            </a:r>
          </a:p>
        </p:txBody>
      </p:sp>
    </p:spTree>
    <p:extLst>
      <p:ext uri="{BB962C8B-B14F-4D97-AF65-F5344CB8AC3E}">
        <p14:creationId xmlns:p14="http://schemas.microsoft.com/office/powerpoint/2010/main" val="2557147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17</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64101" y="3395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728824718"/>
                  </p:ext>
                </p:extLst>
              </p:nvPr>
            </p:nvGraphicFramePr>
            <p:xfrm>
              <a:off x="159068" y="912530"/>
              <a:ext cx="6572480" cy="8213760"/>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614694657"/>
                        </a:ext>
                      </a:extLst>
                    </a:gridCol>
                    <a:gridCol w="1643120">
                      <a:extLst>
                        <a:ext uri="{9D8B030D-6E8A-4147-A177-3AD203B41FA5}">
                          <a16:colId xmlns:a16="http://schemas.microsoft.com/office/drawing/2014/main" val="3745410584"/>
                        </a:ext>
                      </a:extLst>
                    </a:gridCol>
                    <a:gridCol w="1643120">
                      <a:extLst>
                        <a:ext uri="{9D8B030D-6E8A-4147-A177-3AD203B41FA5}">
                          <a16:colId xmlns:a16="http://schemas.microsoft.com/office/drawing/2014/main" val="3307710997"/>
                        </a:ext>
                      </a:extLst>
                    </a:gridCol>
                  </a:tblGrid>
                  <a:tr h="468000">
                    <a:tc gridSpan="4">
                      <a:txBody>
                        <a:bodyPr/>
                        <a:lstStyle/>
                        <a:p>
                          <a:r>
                            <a:rPr lang="en-US" sz="1200" b="0" baseline="0">
                              <a:solidFill>
                                <a:schemeClr val="tx1"/>
                              </a:solidFill>
                              <a:latin typeface="+mn-lt"/>
                            </a:rPr>
                            <a:t>Question 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a)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b)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542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c)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524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d)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724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26984"/>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e)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964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f) </a:t>
                          </a:r>
                          <a14:m>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5644÷4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g)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6444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h)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9640</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4471230"/>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3303251"/>
                      </a:ext>
                    </a:extLst>
                  </a:tr>
                  <a:tr h="468000">
                    <a:tc gridSpan="4">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2711346"/>
                      </a:ext>
                    </a:extLst>
                  </a:tr>
                  <a:tr h="468000">
                    <a:tc gridSpan="4">
                      <a:txBody>
                        <a:bodyPr/>
                        <a:lstStyle/>
                        <a:p>
                          <a:r>
                            <a:rPr lang="en-US" sz="1200" baseline="0">
                              <a:solidFill>
                                <a:schemeClr val="tx1"/>
                              </a:solidFill>
                              <a:latin typeface="+mn-lt"/>
                            </a:rPr>
                            <a:t>Question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5340559"/>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a)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3434</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b)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3636</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c)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3838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d)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3938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8745246"/>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07680"/>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e)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1938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f)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193</m:t>
                              </m:r>
                              <m:r>
                                <a:rPr lang="en-GB" sz="1200" b="0" i="1" smtClean="0">
                                  <a:solidFill>
                                    <a:schemeClr val="tx1"/>
                                  </a:solidFill>
                                  <a:latin typeface="Cambria Math" panose="02040503050406030204" pitchFamily="18" charset="0"/>
                                  <a:ea typeface="Cambria Math" panose="02040503050406030204" pitchFamily="18" charset="0"/>
                                </a:rPr>
                                <m:t>6÷4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g) </a:t>
                          </a:r>
                          <a14:m>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8936÷4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h)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8136</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0893475"/>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2357360"/>
                      </a:ext>
                    </a:extLst>
                  </a:tr>
                </a:tbl>
              </a:graphicData>
            </a:graphic>
          </p:graphicFrame>
        </mc:Choice>
        <mc:Fallback xmlns="">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728824718"/>
                  </p:ext>
                </p:extLst>
              </p:nvPr>
            </p:nvGraphicFramePr>
            <p:xfrm>
              <a:off x="159068" y="912530"/>
              <a:ext cx="6572480" cy="8213760"/>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614694657"/>
                        </a:ext>
                      </a:extLst>
                    </a:gridCol>
                    <a:gridCol w="1643120">
                      <a:extLst>
                        <a:ext uri="{9D8B030D-6E8A-4147-A177-3AD203B41FA5}">
                          <a16:colId xmlns:a16="http://schemas.microsoft.com/office/drawing/2014/main" val="3745410584"/>
                        </a:ext>
                      </a:extLst>
                    </a:gridCol>
                    <a:gridCol w="1643120">
                      <a:extLst>
                        <a:ext uri="{9D8B030D-6E8A-4147-A177-3AD203B41FA5}">
                          <a16:colId xmlns:a16="http://schemas.microsoft.com/office/drawing/2014/main" val="3307710997"/>
                        </a:ext>
                      </a:extLst>
                    </a:gridCol>
                  </a:tblGrid>
                  <a:tr h="468000">
                    <a:tc gridSpan="4">
                      <a:txBody>
                        <a:bodyPr/>
                        <a:lstStyle/>
                        <a:p>
                          <a:r>
                            <a:rPr lang="en-US" sz="1200" b="0" baseline="0">
                              <a:solidFill>
                                <a:schemeClr val="tx1"/>
                              </a:solidFill>
                              <a:latin typeface="+mn-lt"/>
                            </a:rPr>
                            <a:t>Question 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00000" r="-300370"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00000" r="-200370"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00000" r="-101115"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000" r="-741" b="-1554545"/>
                          </a:stretch>
                        </a:blipFill>
                      </a:tcPr>
                    </a:tc>
                    <a:extLst>
                      <a:ext uri="{0D108BD9-81ED-4DB2-BD59-A6C34878D82A}">
                        <a16:rowId xmlns:a16="http://schemas.microsoft.com/office/drawing/2014/main" val="10632978"/>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26984"/>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453247" r="-300370"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453247" r="-200370"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453247" r="-101115"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453247" r="-741" b="-1201299"/>
                          </a:stretch>
                        </a:blipFill>
                      </a:tcPr>
                    </a:tc>
                    <a:extLst>
                      <a:ext uri="{0D108BD9-81ED-4DB2-BD59-A6C34878D82A}">
                        <a16:rowId xmlns:a16="http://schemas.microsoft.com/office/drawing/2014/main" val="1554471230"/>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3303251"/>
                      </a:ext>
                    </a:extLst>
                  </a:tr>
                  <a:tr h="468000">
                    <a:tc gridSpan="4">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2711346"/>
                      </a:ext>
                    </a:extLst>
                  </a:tr>
                  <a:tr h="468000">
                    <a:tc gridSpan="4">
                      <a:txBody>
                        <a:bodyPr/>
                        <a:lstStyle/>
                        <a:p>
                          <a:r>
                            <a:rPr lang="en-US" sz="1200" baseline="0">
                              <a:solidFill>
                                <a:schemeClr val="tx1"/>
                              </a:solidFill>
                              <a:latin typeface="+mn-lt"/>
                            </a:rPr>
                            <a:t>Question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5340559"/>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006494" r="-300370"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006494" r="-200370"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006494" r="-101115"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6494" r="-741" b="-648052"/>
                          </a:stretch>
                        </a:blipFill>
                      </a:tcPr>
                    </a:tc>
                    <a:extLst>
                      <a:ext uri="{0D108BD9-81ED-4DB2-BD59-A6C34878D82A}">
                        <a16:rowId xmlns:a16="http://schemas.microsoft.com/office/drawing/2014/main" val="2928745246"/>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07680"/>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359740" r="-300370"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359740" r="-200370"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359740" r="-101115"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359740" r="-741" b="-294805"/>
                          </a:stretch>
                        </a:blipFill>
                      </a:tcPr>
                    </a:tc>
                    <a:extLst>
                      <a:ext uri="{0D108BD9-81ED-4DB2-BD59-A6C34878D82A}">
                        <a16:rowId xmlns:a16="http://schemas.microsoft.com/office/drawing/2014/main" val="2080893475"/>
                      </a:ext>
                    </a:extLst>
                  </a:tr>
                  <a:tr h="13716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2357360"/>
                      </a:ext>
                    </a:extLst>
                  </a:tr>
                </a:tbl>
              </a:graphicData>
            </a:graphic>
          </p:graphicFrame>
        </mc:Fallback>
      </mc:AlternateContent>
    </p:spTree>
    <p:extLst>
      <p:ext uri="{BB962C8B-B14F-4D97-AF65-F5344CB8AC3E}">
        <p14:creationId xmlns:p14="http://schemas.microsoft.com/office/powerpoint/2010/main" val="1727354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72825" y="9574938"/>
            <a:ext cx="1543050" cy="527403"/>
          </a:xfrm>
        </p:spPr>
        <p:txBody>
          <a:bodyPr/>
          <a:lstStyle/>
          <a:p>
            <a:fld id="{19F1D9CC-7119-45EC-A96C-D8C0660F3AAB}" type="slidenum">
              <a:rPr lang="en-GB" smtClean="0"/>
              <a:t>18</a:t>
            </a:fld>
            <a:endParaRPr lang="en-GB"/>
          </a:p>
        </p:txBody>
      </p:sp>
      <p:graphicFrame>
        <p:nvGraphicFramePr>
          <p:cNvPr id="3" name="Table 2">
            <a:extLst>
              <a:ext uri="{FF2B5EF4-FFF2-40B4-BE49-F238E27FC236}">
                <a16:creationId xmlns:a16="http://schemas.microsoft.com/office/drawing/2014/main" id="{D31395E0-63EE-7285-8641-40611AC40F9B}"/>
              </a:ext>
            </a:extLst>
          </p:cNvPr>
          <p:cNvGraphicFramePr>
            <a:graphicFrameLocks noGrp="1"/>
          </p:cNvGraphicFramePr>
          <p:nvPr>
            <p:extLst>
              <p:ext uri="{D42A27DB-BD31-4B8C-83A1-F6EECF244321}">
                <p14:modId xmlns:p14="http://schemas.microsoft.com/office/powerpoint/2010/main" val="6038732"/>
              </p:ext>
            </p:extLst>
          </p:nvPr>
        </p:nvGraphicFramePr>
        <p:xfrm>
          <a:off x="228440" y="63155"/>
          <a:ext cx="6401120" cy="9511783"/>
        </p:xfrm>
        <a:graphic>
          <a:graphicData uri="http://schemas.openxmlformats.org/drawingml/2006/table">
            <a:tbl>
              <a:tblPr firstRow="1" bandRow="1">
                <a:tableStyleId>{5940675A-B579-460E-94D1-54222C63F5DA}</a:tableStyleId>
              </a:tblPr>
              <a:tblGrid>
                <a:gridCol w="3200560">
                  <a:extLst>
                    <a:ext uri="{9D8B030D-6E8A-4147-A177-3AD203B41FA5}">
                      <a16:colId xmlns:a16="http://schemas.microsoft.com/office/drawing/2014/main" val="1608161618"/>
                    </a:ext>
                  </a:extLst>
                </a:gridCol>
                <a:gridCol w="3200560">
                  <a:extLst>
                    <a:ext uri="{9D8B030D-6E8A-4147-A177-3AD203B41FA5}">
                      <a16:colId xmlns:a16="http://schemas.microsoft.com/office/drawing/2014/main" val="2987342931"/>
                    </a:ext>
                  </a:extLst>
                </a:gridCol>
              </a:tblGrid>
              <a:tr h="33508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srgbClr val="000000"/>
                          </a:solidFill>
                        </a:rPr>
                        <a:t>26.    </a:t>
                      </a:r>
                      <a:r>
                        <a:rPr lang="en-US" sz="1200" dirty="0">
                          <a:solidFill>
                            <a:srgbClr val="000000"/>
                          </a:solidFill>
                        </a:rPr>
                        <a:t>Answer these questions by completing a suitable multiplication.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endParaRPr lang="en-GB" dirty="0"/>
                    </a:p>
                  </a:txBody>
                  <a:tcPr/>
                </a:tc>
                <a:extLst>
                  <a:ext uri="{0D108BD9-81ED-4DB2-BD59-A6C34878D82A}">
                    <a16:rowId xmlns:a16="http://schemas.microsoft.com/office/drawing/2014/main" val="462466245"/>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(a) How many days are there in 17 weeks?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2843839521"/>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(b) How many hours are there in four days?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085592194"/>
                  </a:ext>
                </a:extLst>
              </a:tr>
              <a:tr h="625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(c)  Eggs are packed in boxes of six. How many eggs altogether are there in 24 boxes?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3299659285"/>
                  </a:ext>
                </a:extLst>
              </a:tr>
              <a:tr h="804217">
                <a:tc>
                  <a:txBody>
                    <a:bodyPr/>
                    <a:lstStyle/>
                    <a:p>
                      <a:pPr marL="177800" indent="-177800"/>
                      <a:r>
                        <a:rPr lang="en-US" sz="1200" dirty="0">
                          <a:solidFill>
                            <a:srgbClr val="000000"/>
                          </a:solidFill>
                        </a:rPr>
                        <a:t>(d) Joe bought five boxes of matches. Each box contained 42 matches.  </a:t>
                      </a:r>
                    </a:p>
                    <a:p>
                      <a:r>
                        <a:rPr lang="en-US" sz="1200" dirty="0">
                          <a:solidFill>
                            <a:srgbClr val="000000"/>
                          </a:solidFill>
                        </a:rPr>
                        <a:t>      How many matches did Joe buy altogether?</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05134190"/>
                  </a:ext>
                </a:extLst>
              </a:tr>
              <a:tr h="33508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srgbClr val="000000"/>
                          </a:solidFill>
                        </a:rPr>
                        <a:t>27.   </a:t>
                      </a:r>
                      <a:r>
                        <a:rPr lang="en-US" sz="1200" dirty="0">
                          <a:solidFill>
                            <a:srgbClr val="000000"/>
                          </a:solidFill>
                        </a:rPr>
                        <a:t>Answer these questions by completing a suitable division.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3362933086"/>
                  </a:ext>
                </a:extLst>
              </a:tr>
              <a:tr h="3350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(a) How many weeks are there in 91 days?</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331617114"/>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(b) How long will it take me to save £111, if I save £3 a week?</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2109906970"/>
                  </a:ext>
                </a:extLst>
              </a:tr>
              <a:tr h="446787">
                <a:tc>
                  <a:txBody>
                    <a:bodyPr/>
                    <a:lstStyle/>
                    <a:p>
                      <a:pPr lvl="0"/>
                      <a:r>
                        <a:rPr lang="en-US" sz="1200" dirty="0">
                          <a:solidFill>
                            <a:srgbClr val="000000"/>
                          </a:solidFill>
                        </a:rPr>
                        <a:t>(c) A rope, 21.5 m long, is cut into five equal pieces. How long is each piece?</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3489377409"/>
                  </a:ext>
                </a:extLst>
              </a:tr>
              <a:tr h="804217">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28.   </a:t>
                      </a:r>
                      <a:r>
                        <a:rPr lang="en-US" sz="1200" dirty="0"/>
                        <a:t>There are seven columns on one page of a newspaper. In each column there are 172 lines, and in each line there are 50 letters. The newspaper has the equivalent of 20 pages of print, excluding photographs and adverts. Are there more than a million letters in the paper?</a:t>
                      </a:r>
                      <a:endParaRPr lang="en-GB" sz="1200" dirty="0"/>
                    </a:p>
                    <a:p>
                      <a:pPr lvl="0"/>
                      <a:endParaRPr lang="en-US" sz="1200"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1927948194"/>
                  </a:ext>
                </a:extLst>
              </a:tr>
              <a:tr h="1246852">
                <a:tc gridSpan="2">
                  <a:txBody>
                    <a:bodyPr/>
                    <a:lstStyle/>
                    <a:p>
                      <a:pPr lvl="0"/>
                      <a:endParaRPr lang="en-US" sz="1200" b="1" dirty="0">
                        <a:solidFill>
                          <a:srgbClr val="FF0000"/>
                        </a:solidFill>
                      </a:endParaRPr>
                    </a:p>
                  </a:txBody>
                  <a:tcPr/>
                </a:tc>
                <a:tc hMerge="1">
                  <a:txBody>
                    <a:bodyPr/>
                    <a:lstStyle/>
                    <a:p>
                      <a:endParaRPr lang="en-GB" sz="1200" dirty="0"/>
                    </a:p>
                  </a:txBody>
                  <a:tcPr/>
                </a:tc>
                <a:extLst>
                  <a:ext uri="{0D108BD9-81ED-4DB2-BD59-A6C34878D82A}">
                    <a16:rowId xmlns:a16="http://schemas.microsoft.com/office/drawing/2014/main" val="2367476832"/>
                  </a:ext>
                </a:extLst>
              </a:tr>
              <a:tr h="62550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29.   </a:t>
                      </a:r>
                      <a:r>
                        <a:rPr lang="en-US" sz="1200" dirty="0"/>
                        <a:t>A tank of water was emptied into casks. Each cask held 81 </a:t>
                      </a:r>
                      <a:r>
                        <a:rPr lang="en-US" sz="1200" dirty="0" err="1"/>
                        <a:t>litres</a:t>
                      </a:r>
                      <a:r>
                        <a:rPr lang="en-US" sz="1200" dirty="0"/>
                        <a:t>. 71 casks were filled and there were 68 </a:t>
                      </a:r>
                      <a:r>
                        <a:rPr lang="en-US" sz="1200" dirty="0" err="1"/>
                        <a:t>litres</a:t>
                      </a:r>
                      <a:r>
                        <a:rPr lang="en-US" sz="1200" dirty="0"/>
                        <a:t> left over. How much water was there in the tank to start with?</a:t>
                      </a:r>
                      <a:endParaRPr lang="en-GB" sz="1200" dirty="0"/>
                    </a:p>
                    <a:p>
                      <a:pPr lvl="0"/>
                      <a:endParaRPr lang="en-US" sz="1200"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2050494054"/>
                  </a:ext>
                </a:extLst>
              </a:tr>
              <a:tr h="918860">
                <a:tc gridSpan="2">
                  <a:txBody>
                    <a:bodyPr/>
                    <a:lstStyle/>
                    <a:p>
                      <a:pPr lvl="0"/>
                      <a:endParaRPr lang="en-US" sz="1200" b="1" dirty="0">
                        <a:solidFill>
                          <a:srgbClr val="FF0000"/>
                        </a:solidFill>
                      </a:endParaRPr>
                    </a:p>
                  </a:txBody>
                  <a:tcPr/>
                </a:tc>
                <a:tc hMerge="1">
                  <a:txBody>
                    <a:bodyPr/>
                    <a:lstStyle/>
                    <a:p>
                      <a:endParaRPr lang="en-GB"/>
                    </a:p>
                  </a:txBody>
                  <a:tcPr/>
                </a:tc>
                <a:extLst>
                  <a:ext uri="{0D108BD9-81ED-4DB2-BD59-A6C34878D82A}">
                    <a16:rowId xmlns:a16="http://schemas.microsoft.com/office/drawing/2014/main" val="2425941380"/>
                  </a:ext>
                </a:extLst>
              </a:tr>
              <a:tr h="472133">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30.   </a:t>
                      </a:r>
                      <a:r>
                        <a:rPr lang="en-US" sz="1200" dirty="0"/>
                        <a:t>Joy is doing a sponsored walk. She managed to get 18 people to sponsor her, each for 35p per </a:t>
                      </a:r>
                      <a:r>
                        <a:rPr lang="en-US" sz="1200" dirty="0" err="1"/>
                        <a:t>kilometre</a:t>
                      </a:r>
                      <a:r>
                        <a:rPr lang="en-US" sz="1200" dirty="0"/>
                        <a:t>. She walked a total of 48 km. Did Joy reach her fundraising target of £400?</a:t>
                      </a:r>
                      <a:endParaRPr lang="en-GB"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2597354067"/>
                  </a:ext>
                </a:extLst>
              </a:tr>
              <a:tr h="1113812">
                <a:tc gridSpan="2">
                  <a:txBody>
                    <a:bodyPr/>
                    <a:lstStyle/>
                    <a:p>
                      <a:pPr lvl="0"/>
                      <a:endParaRPr lang="en-US" sz="1200" b="1" dirty="0">
                        <a:solidFill>
                          <a:srgbClr val="FF0000"/>
                        </a:solidFill>
                      </a:endParaRPr>
                    </a:p>
                  </a:txBody>
                  <a:tcPr/>
                </a:tc>
                <a:tc hMerge="1">
                  <a:txBody>
                    <a:bodyPr/>
                    <a:lstStyle/>
                    <a:p>
                      <a:endParaRPr lang="en-GB"/>
                    </a:p>
                  </a:txBody>
                  <a:tcPr/>
                </a:tc>
                <a:extLst>
                  <a:ext uri="{0D108BD9-81ED-4DB2-BD59-A6C34878D82A}">
                    <a16:rowId xmlns:a16="http://schemas.microsoft.com/office/drawing/2014/main" val="2572828758"/>
                  </a:ext>
                </a:extLst>
              </a:tr>
            </a:tbl>
          </a:graphicData>
        </a:graphic>
      </p:graphicFrame>
    </p:spTree>
    <p:extLst>
      <p:ext uri="{BB962C8B-B14F-4D97-AF65-F5344CB8AC3E}">
        <p14:creationId xmlns:p14="http://schemas.microsoft.com/office/powerpoint/2010/main" val="2464929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19</a:t>
            </a:fld>
            <a:endParaRPr lang="en-GB"/>
          </a:p>
        </p:txBody>
      </p:sp>
      <p:pic>
        <p:nvPicPr>
          <p:cNvPr id="6" name="Picture 5">
            <a:extLst>
              <a:ext uri="{FF2B5EF4-FFF2-40B4-BE49-F238E27FC236}">
                <a16:creationId xmlns:a16="http://schemas.microsoft.com/office/drawing/2014/main" id="{71744BD1-EC35-3029-D1D0-DF62F76AB79E}"/>
              </a:ext>
            </a:extLst>
          </p:cNvPr>
          <p:cNvPicPr>
            <a:picLocks noChangeAspect="1"/>
          </p:cNvPicPr>
          <p:nvPr/>
        </p:nvPicPr>
        <p:blipFill rotWithShape="1">
          <a:blip r:embed="rId3"/>
          <a:srcRect l="7272" t="86"/>
          <a:stretch/>
        </p:blipFill>
        <p:spPr>
          <a:xfrm>
            <a:off x="121052" y="450105"/>
            <a:ext cx="6242020" cy="871601"/>
          </a:xfrm>
          <a:prstGeom prst="rect">
            <a:avLst/>
          </a:prstGeom>
          <a:ln>
            <a:noFill/>
          </a:ln>
        </p:spPr>
      </p:pic>
      <p:pic>
        <p:nvPicPr>
          <p:cNvPr id="10" name="Picture 9">
            <a:extLst>
              <a:ext uri="{FF2B5EF4-FFF2-40B4-BE49-F238E27FC236}">
                <a16:creationId xmlns:a16="http://schemas.microsoft.com/office/drawing/2014/main" id="{7AD4ACE1-E197-94C7-F588-98E4CA95B346}"/>
              </a:ext>
            </a:extLst>
          </p:cNvPr>
          <p:cNvPicPr>
            <a:picLocks noChangeAspect="1"/>
          </p:cNvPicPr>
          <p:nvPr/>
        </p:nvPicPr>
        <p:blipFill rotWithShape="1">
          <a:blip r:embed="rId4"/>
          <a:srcRect l="8164"/>
          <a:stretch/>
        </p:blipFill>
        <p:spPr>
          <a:xfrm>
            <a:off x="29268" y="3523803"/>
            <a:ext cx="6492584" cy="825839"/>
          </a:xfrm>
          <a:prstGeom prst="rect">
            <a:avLst/>
          </a:prstGeom>
          <a:ln>
            <a:noFill/>
          </a:ln>
        </p:spPr>
      </p:pic>
      <p:sp>
        <p:nvSpPr>
          <p:cNvPr id="13" name="TextBox 12">
            <a:extLst>
              <a:ext uri="{FF2B5EF4-FFF2-40B4-BE49-F238E27FC236}">
                <a16:creationId xmlns:a16="http://schemas.microsoft.com/office/drawing/2014/main" id="{27A45E7C-E110-A5F1-BEDD-4DBA9F6D03E8}"/>
              </a:ext>
            </a:extLst>
          </p:cNvPr>
          <p:cNvSpPr txBox="1"/>
          <p:nvPr/>
        </p:nvSpPr>
        <p:spPr>
          <a:xfrm>
            <a:off x="121052" y="44576"/>
            <a:ext cx="4147995"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Non Calculator paper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1718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2D3FBEC-2336-BCA9-1889-97D155B50C98}"/>
              </a:ext>
            </a:extLst>
          </p:cNvPr>
          <p:cNvSpPr/>
          <p:nvPr/>
        </p:nvSpPr>
        <p:spPr>
          <a:xfrm>
            <a:off x="152401" y="3502694"/>
            <a:ext cx="6360160" cy="15755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26">
            <a:extLst>
              <a:ext uri="{FF2B5EF4-FFF2-40B4-BE49-F238E27FC236}">
                <a16:creationId xmlns:a16="http://schemas.microsoft.com/office/drawing/2014/main" id="{887599C7-C44D-4F93-6B78-B687F33B41B1}"/>
              </a:ext>
            </a:extLst>
          </p:cNvPr>
          <p:cNvPicPr>
            <a:picLocks noChangeAspect="1"/>
          </p:cNvPicPr>
          <p:nvPr/>
        </p:nvPicPr>
        <p:blipFill>
          <a:blip r:embed="rId5"/>
          <a:stretch>
            <a:fillRect/>
          </a:stretch>
        </p:blipFill>
        <p:spPr>
          <a:xfrm>
            <a:off x="74080" y="2112605"/>
            <a:ext cx="6201725" cy="619476"/>
          </a:xfrm>
          <a:prstGeom prst="rect">
            <a:avLst/>
          </a:prstGeom>
        </p:spPr>
      </p:pic>
      <p:sp>
        <p:nvSpPr>
          <p:cNvPr id="28" name="Rectangle 27">
            <a:extLst>
              <a:ext uri="{FF2B5EF4-FFF2-40B4-BE49-F238E27FC236}">
                <a16:creationId xmlns:a16="http://schemas.microsoft.com/office/drawing/2014/main" id="{878EC269-A328-3095-8F2E-B75F629BB646}"/>
              </a:ext>
            </a:extLst>
          </p:cNvPr>
          <p:cNvSpPr/>
          <p:nvPr/>
        </p:nvSpPr>
        <p:spPr>
          <a:xfrm>
            <a:off x="140989" y="2104315"/>
            <a:ext cx="6360160" cy="13545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651A83C7-AE0A-C09F-E566-A73CE4090F1B}"/>
              </a:ext>
            </a:extLst>
          </p:cNvPr>
          <p:cNvPicPr>
            <a:picLocks noChangeAspect="1"/>
          </p:cNvPicPr>
          <p:nvPr/>
        </p:nvPicPr>
        <p:blipFill rotWithShape="1">
          <a:blip r:embed="rId6"/>
          <a:srcRect t="71973"/>
          <a:stretch/>
        </p:blipFill>
        <p:spPr>
          <a:xfrm>
            <a:off x="121052" y="7783821"/>
            <a:ext cx="6086708" cy="1439832"/>
          </a:xfrm>
          <a:prstGeom prst="rect">
            <a:avLst/>
          </a:prstGeom>
        </p:spPr>
      </p:pic>
      <p:pic>
        <p:nvPicPr>
          <p:cNvPr id="33" name="Picture 32">
            <a:extLst>
              <a:ext uri="{FF2B5EF4-FFF2-40B4-BE49-F238E27FC236}">
                <a16:creationId xmlns:a16="http://schemas.microsoft.com/office/drawing/2014/main" id="{11B4B1E6-4A4B-D1E1-3F58-C6D13A689984}"/>
              </a:ext>
            </a:extLst>
          </p:cNvPr>
          <p:cNvPicPr>
            <a:picLocks noChangeAspect="1"/>
          </p:cNvPicPr>
          <p:nvPr/>
        </p:nvPicPr>
        <p:blipFill rotWithShape="1">
          <a:blip r:embed="rId6"/>
          <a:srcRect r="52226" b="86504"/>
          <a:stretch/>
        </p:blipFill>
        <p:spPr>
          <a:xfrm>
            <a:off x="140988" y="5666493"/>
            <a:ext cx="3008611" cy="717360"/>
          </a:xfrm>
          <a:prstGeom prst="rect">
            <a:avLst/>
          </a:prstGeom>
        </p:spPr>
      </p:pic>
      <p:pic>
        <p:nvPicPr>
          <p:cNvPr id="34" name="Picture 33">
            <a:extLst>
              <a:ext uri="{FF2B5EF4-FFF2-40B4-BE49-F238E27FC236}">
                <a16:creationId xmlns:a16="http://schemas.microsoft.com/office/drawing/2014/main" id="{EC1296F9-AA4A-5778-38A8-E4ADE5B912CD}"/>
              </a:ext>
            </a:extLst>
          </p:cNvPr>
          <p:cNvPicPr>
            <a:picLocks noChangeAspect="1"/>
          </p:cNvPicPr>
          <p:nvPr/>
        </p:nvPicPr>
        <p:blipFill rotWithShape="1">
          <a:blip r:embed="rId6"/>
          <a:srcRect l="28767" t="12634" r="26076" b="31370"/>
          <a:stretch/>
        </p:blipFill>
        <p:spPr>
          <a:xfrm>
            <a:off x="4130041" y="5581137"/>
            <a:ext cx="2021839" cy="2115996"/>
          </a:xfrm>
          <a:prstGeom prst="rect">
            <a:avLst/>
          </a:prstGeom>
        </p:spPr>
      </p:pic>
      <p:sp>
        <p:nvSpPr>
          <p:cNvPr id="35" name="Rectangle 34">
            <a:extLst>
              <a:ext uri="{FF2B5EF4-FFF2-40B4-BE49-F238E27FC236}">
                <a16:creationId xmlns:a16="http://schemas.microsoft.com/office/drawing/2014/main" id="{C7EA67A0-BF03-D11D-B134-DB38F8699485}"/>
              </a:ext>
            </a:extLst>
          </p:cNvPr>
          <p:cNvSpPr/>
          <p:nvPr/>
        </p:nvSpPr>
        <p:spPr>
          <a:xfrm>
            <a:off x="161692" y="5576341"/>
            <a:ext cx="6360160" cy="37810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05DE50E5-AE68-4B9E-B6CE-B4E66F256BAA}"/>
              </a:ext>
            </a:extLst>
          </p:cNvPr>
          <p:cNvSpPr txBox="1"/>
          <p:nvPr/>
        </p:nvSpPr>
        <p:spPr>
          <a:xfrm>
            <a:off x="240177" y="5173417"/>
            <a:ext cx="1410771"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Calculator paper</a:t>
            </a:r>
          </a:p>
        </p:txBody>
      </p:sp>
    </p:spTree>
    <p:extLst>
      <p:ext uri="{BB962C8B-B14F-4D97-AF65-F5344CB8AC3E}">
        <p14:creationId xmlns:p14="http://schemas.microsoft.com/office/powerpoint/2010/main" val="1367264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20</a:t>
            </a:fld>
            <a:endParaRPr lang="en-GB"/>
          </a:p>
        </p:txBody>
      </p:sp>
      <p:pic>
        <p:nvPicPr>
          <p:cNvPr id="8" name="Picture 7">
            <a:extLst>
              <a:ext uri="{FF2B5EF4-FFF2-40B4-BE49-F238E27FC236}">
                <a16:creationId xmlns:a16="http://schemas.microsoft.com/office/drawing/2014/main" id="{6503975C-47E9-228F-183D-DAEFD7E2C0BF}"/>
              </a:ext>
            </a:extLst>
          </p:cNvPr>
          <p:cNvPicPr>
            <a:picLocks noChangeAspect="1"/>
          </p:cNvPicPr>
          <p:nvPr/>
        </p:nvPicPr>
        <p:blipFill>
          <a:blip r:embed="rId3"/>
          <a:stretch>
            <a:fillRect/>
          </a:stretch>
        </p:blipFill>
        <p:spPr>
          <a:xfrm>
            <a:off x="216038" y="314623"/>
            <a:ext cx="5702593" cy="3530781"/>
          </a:xfrm>
          <a:prstGeom prst="rect">
            <a:avLst/>
          </a:prstGeom>
        </p:spPr>
      </p:pic>
      <p:sp>
        <p:nvSpPr>
          <p:cNvPr id="13" name="TextBox 12">
            <a:extLst>
              <a:ext uri="{FF2B5EF4-FFF2-40B4-BE49-F238E27FC236}">
                <a16:creationId xmlns:a16="http://schemas.microsoft.com/office/drawing/2014/main" id="{27A45E7C-E110-A5F1-BEDD-4DBA9F6D03E8}"/>
              </a:ext>
            </a:extLst>
          </p:cNvPr>
          <p:cNvSpPr txBox="1"/>
          <p:nvPr/>
        </p:nvSpPr>
        <p:spPr>
          <a:xfrm>
            <a:off x="152401" y="18912"/>
            <a:ext cx="4658198"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(NON-CALCULATOR)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35241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A51C081E-9088-738B-9F1B-417351C98F45}"/>
              </a:ext>
            </a:extLst>
          </p:cNvPr>
          <p:cNvPicPr>
            <a:picLocks noChangeAspect="1"/>
          </p:cNvPicPr>
          <p:nvPr/>
        </p:nvPicPr>
        <p:blipFill>
          <a:blip r:embed="rId4"/>
          <a:stretch>
            <a:fillRect/>
          </a:stretch>
        </p:blipFill>
        <p:spPr>
          <a:xfrm>
            <a:off x="152401" y="3954444"/>
            <a:ext cx="6286316" cy="3416476"/>
          </a:xfrm>
          <a:prstGeom prst="rect">
            <a:avLst/>
          </a:prstGeom>
        </p:spPr>
      </p:pic>
      <p:pic>
        <p:nvPicPr>
          <p:cNvPr id="11" name="Picture 28" descr="A picture containing chart">
            <a:extLst>
              <a:ext uri="{FF2B5EF4-FFF2-40B4-BE49-F238E27FC236}">
                <a16:creationId xmlns:a16="http://schemas.microsoft.com/office/drawing/2014/main" id="{D24F7A36-D6E2-0CE1-E736-0D062000B3D3}"/>
              </a:ext>
            </a:extLst>
          </p:cNvPr>
          <p:cNvPicPr>
            <a:picLocks noChangeAspect="1"/>
          </p:cNvPicPr>
          <p:nvPr/>
        </p:nvPicPr>
        <p:blipFill rotWithShape="1">
          <a:blip r:embed="rId5"/>
          <a:srcRect l="152" t="49442" r="-152" b="2422"/>
          <a:stretch/>
        </p:blipFill>
        <p:spPr>
          <a:xfrm>
            <a:off x="136435" y="7479960"/>
            <a:ext cx="6585129" cy="2276079"/>
          </a:xfrm>
          <a:prstGeom prst="rect">
            <a:avLst/>
          </a:prstGeom>
        </p:spPr>
      </p:pic>
    </p:spTree>
    <p:extLst>
      <p:ext uri="{BB962C8B-B14F-4D97-AF65-F5344CB8AC3E}">
        <p14:creationId xmlns:p14="http://schemas.microsoft.com/office/powerpoint/2010/main" val="3632875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21</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52401" y="18912"/>
            <a:ext cx="4658198"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(NON-CALCULATOR)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25644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1D4A7B26-C5AB-A7AF-6388-8348114ED02C}"/>
              </a:ext>
            </a:extLst>
          </p:cNvPr>
          <p:cNvGrpSpPr/>
          <p:nvPr/>
        </p:nvGrpSpPr>
        <p:grpSpPr>
          <a:xfrm>
            <a:off x="244436" y="440244"/>
            <a:ext cx="3781299" cy="2445460"/>
            <a:chOff x="513018" y="527681"/>
            <a:chExt cx="6240332" cy="5266821"/>
          </a:xfrm>
        </p:grpSpPr>
        <p:pic>
          <p:nvPicPr>
            <p:cNvPr id="2" name="Picture 1">
              <a:extLst>
                <a:ext uri="{FF2B5EF4-FFF2-40B4-BE49-F238E27FC236}">
                  <a16:creationId xmlns:a16="http://schemas.microsoft.com/office/drawing/2014/main" id="{7B10DE6C-71EA-79B7-4711-5A730866010B}"/>
                </a:ext>
              </a:extLst>
            </p:cNvPr>
            <p:cNvPicPr>
              <a:picLocks noChangeAspect="1"/>
            </p:cNvPicPr>
            <p:nvPr/>
          </p:nvPicPr>
          <p:blipFill>
            <a:blip r:embed="rId3"/>
            <a:stretch>
              <a:fillRect/>
            </a:stretch>
          </p:blipFill>
          <p:spPr>
            <a:xfrm>
              <a:off x="513018" y="527681"/>
              <a:ext cx="5135942" cy="2636268"/>
            </a:xfrm>
            <a:prstGeom prst="rect">
              <a:avLst/>
            </a:prstGeom>
          </p:spPr>
        </p:pic>
        <p:pic>
          <p:nvPicPr>
            <p:cNvPr id="3" name="Picture 2">
              <a:extLst>
                <a:ext uri="{FF2B5EF4-FFF2-40B4-BE49-F238E27FC236}">
                  <a16:creationId xmlns:a16="http://schemas.microsoft.com/office/drawing/2014/main" id="{B18DAA33-7C3A-57A6-EEB0-DB91488AA7C1}"/>
                </a:ext>
              </a:extLst>
            </p:cNvPr>
            <p:cNvPicPr>
              <a:picLocks noChangeAspect="1"/>
            </p:cNvPicPr>
            <p:nvPr/>
          </p:nvPicPr>
          <p:blipFill>
            <a:blip r:embed="rId4"/>
            <a:stretch>
              <a:fillRect/>
            </a:stretch>
          </p:blipFill>
          <p:spPr>
            <a:xfrm>
              <a:off x="5308837" y="2730239"/>
              <a:ext cx="787163" cy="469270"/>
            </a:xfrm>
            <a:prstGeom prst="rect">
              <a:avLst/>
            </a:prstGeom>
          </p:spPr>
        </p:pic>
        <p:pic>
          <p:nvPicPr>
            <p:cNvPr id="6" name="Picture 5">
              <a:extLst>
                <a:ext uri="{FF2B5EF4-FFF2-40B4-BE49-F238E27FC236}">
                  <a16:creationId xmlns:a16="http://schemas.microsoft.com/office/drawing/2014/main" id="{AE8F8B0A-94BD-77F2-09D2-24BA528FE54D}"/>
                </a:ext>
              </a:extLst>
            </p:cNvPr>
            <p:cNvPicPr>
              <a:picLocks noChangeAspect="1"/>
            </p:cNvPicPr>
            <p:nvPr/>
          </p:nvPicPr>
          <p:blipFill>
            <a:blip r:embed="rId5"/>
            <a:stretch>
              <a:fillRect/>
            </a:stretch>
          </p:blipFill>
          <p:spPr>
            <a:xfrm>
              <a:off x="513018" y="3341983"/>
              <a:ext cx="5630186" cy="1778657"/>
            </a:xfrm>
            <a:prstGeom prst="rect">
              <a:avLst/>
            </a:prstGeom>
          </p:spPr>
        </p:pic>
        <p:pic>
          <p:nvPicPr>
            <p:cNvPr id="7" name="Picture 6">
              <a:extLst>
                <a:ext uri="{FF2B5EF4-FFF2-40B4-BE49-F238E27FC236}">
                  <a16:creationId xmlns:a16="http://schemas.microsoft.com/office/drawing/2014/main" id="{942FAEEC-4766-2BC1-9610-A8C95D2579A7}"/>
                </a:ext>
              </a:extLst>
            </p:cNvPr>
            <p:cNvPicPr>
              <a:picLocks noChangeAspect="1"/>
            </p:cNvPicPr>
            <p:nvPr/>
          </p:nvPicPr>
          <p:blipFill>
            <a:blip r:embed="rId6"/>
            <a:stretch>
              <a:fillRect/>
            </a:stretch>
          </p:blipFill>
          <p:spPr>
            <a:xfrm>
              <a:off x="5026638" y="5009632"/>
              <a:ext cx="1726712" cy="784870"/>
            </a:xfrm>
            <a:prstGeom prst="rect">
              <a:avLst/>
            </a:prstGeom>
          </p:spPr>
        </p:pic>
      </p:grpSp>
      <p:pic>
        <p:nvPicPr>
          <p:cNvPr id="15" name="Picture 28" descr="A picture containing chart">
            <a:extLst>
              <a:ext uri="{FF2B5EF4-FFF2-40B4-BE49-F238E27FC236}">
                <a16:creationId xmlns:a16="http://schemas.microsoft.com/office/drawing/2014/main" id="{563BA8F1-559A-2332-A686-7EBFF9A5CA65}"/>
              </a:ext>
            </a:extLst>
          </p:cNvPr>
          <p:cNvPicPr>
            <a:picLocks noChangeAspect="1"/>
          </p:cNvPicPr>
          <p:nvPr/>
        </p:nvPicPr>
        <p:blipFill rotWithShape="1">
          <a:blip r:embed="rId7"/>
          <a:srcRect l="152" t="49442" r="-152" b="2422"/>
          <a:stretch/>
        </p:blipFill>
        <p:spPr>
          <a:xfrm>
            <a:off x="63970" y="2989811"/>
            <a:ext cx="6585129" cy="2276079"/>
          </a:xfrm>
          <a:prstGeom prst="rect">
            <a:avLst/>
          </a:prstGeom>
        </p:spPr>
      </p:pic>
      <p:pic>
        <p:nvPicPr>
          <p:cNvPr id="24" name="Picture 23">
            <a:extLst>
              <a:ext uri="{FF2B5EF4-FFF2-40B4-BE49-F238E27FC236}">
                <a16:creationId xmlns:a16="http://schemas.microsoft.com/office/drawing/2014/main" id="{79E3A4C3-F0E8-F021-215D-7726927B4BE3}"/>
              </a:ext>
            </a:extLst>
          </p:cNvPr>
          <p:cNvPicPr>
            <a:picLocks noChangeAspect="1"/>
          </p:cNvPicPr>
          <p:nvPr/>
        </p:nvPicPr>
        <p:blipFill>
          <a:blip r:embed="rId8"/>
          <a:stretch>
            <a:fillRect/>
          </a:stretch>
        </p:blipFill>
        <p:spPr>
          <a:xfrm>
            <a:off x="417355" y="5354520"/>
            <a:ext cx="4315427" cy="1923295"/>
          </a:xfrm>
          <a:prstGeom prst="rect">
            <a:avLst/>
          </a:prstGeom>
        </p:spPr>
      </p:pic>
      <p:pic>
        <p:nvPicPr>
          <p:cNvPr id="25" name="Picture 28" descr="A picture containing chart">
            <a:extLst>
              <a:ext uri="{FF2B5EF4-FFF2-40B4-BE49-F238E27FC236}">
                <a16:creationId xmlns:a16="http://schemas.microsoft.com/office/drawing/2014/main" id="{68D53777-1F10-481B-3C37-577887CFB7BD}"/>
              </a:ext>
            </a:extLst>
          </p:cNvPr>
          <p:cNvPicPr>
            <a:picLocks noChangeAspect="1"/>
          </p:cNvPicPr>
          <p:nvPr/>
        </p:nvPicPr>
        <p:blipFill rotWithShape="1">
          <a:blip r:embed="rId7"/>
          <a:srcRect l="152" t="49442" r="-152" b="2422"/>
          <a:stretch/>
        </p:blipFill>
        <p:spPr>
          <a:xfrm>
            <a:off x="39916" y="7493779"/>
            <a:ext cx="6585129" cy="2276079"/>
          </a:xfrm>
          <a:prstGeom prst="rect">
            <a:avLst/>
          </a:prstGeom>
        </p:spPr>
      </p:pic>
      <p:sp>
        <p:nvSpPr>
          <p:cNvPr id="26" name="Rectangle 25">
            <a:extLst>
              <a:ext uri="{FF2B5EF4-FFF2-40B4-BE49-F238E27FC236}">
                <a16:creationId xmlns:a16="http://schemas.microsoft.com/office/drawing/2014/main" id="{7EAA9A45-B2E7-B75B-7910-854436CEE13D}"/>
              </a:ext>
            </a:extLst>
          </p:cNvPr>
          <p:cNvSpPr/>
          <p:nvPr/>
        </p:nvSpPr>
        <p:spPr>
          <a:xfrm>
            <a:off x="288939" y="5199615"/>
            <a:ext cx="6360160" cy="22331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6346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22</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50063" y="18912"/>
            <a:ext cx="4662880"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(Calculator allowed)</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7"/>
            <a:ext cx="6360160" cy="37543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28" descr="A picture containing chart">
            <a:extLst>
              <a:ext uri="{FF2B5EF4-FFF2-40B4-BE49-F238E27FC236}">
                <a16:creationId xmlns:a16="http://schemas.microsoft.com/office/drawing/2014/main" id="{D24F7A36-D6E2-0CE1-E736-0D062000B3D3}"/>
              </a:ext>
            </a:extLst>
          </p:cNvPr>
          <p:cNvPicPr>
            <a:picLocks noChangeAspect="1"/>
          </p:cNvPicPr>
          <p:nvPr/>
        </p:nvPicPr>
        <p:blipFill rotWithShape="1">
          <a:blip r:embed="rId3"/>
          <a:srcRect l="152" t="49442" r="-152" b="2422"/>
          <a:stretch/>
        </p:blipFill>
        <p:spPr>
          <a:xfrm>
            <a:off x="63970" y="7528995"/>
            <a:ext cx="6585129" cy="2276079"/>
          </a:xfrm>
          <a:prstGeom prst="rect">
            <a:avLst/>
          </a:prstGeom>
        </p:spPr>
      </p:pic>
      <p:pic>
        <p:nvPicPr>
          <p:cNvPr id="5" name="Picture 4">
            <a:extLst>
              <a:ext uri="{FF2B5EF4-FFF2-40B4-BE49-F238E27FC236}">
                <a16:creationId xmlns:a16="http://schemas.microsoft.com/office/drawing/2014/main" id="{D482DE6C-DD99-9EA6-5BC9-8A9E68678B8E}"/>
              </a:ext>
            </a:extLst>
          </p:cNvPr>
          <p:cNvPicPr>
            <a:picLocks noChangeAspect="1"/>
          </p:cNvPicPr>
          <p:nvPr/>
        </p:nvPicPr>
        <p:blipFill>
          <a:blip r:embed="rId4"/>
          <a:stretch>
            <a:fillRect/>
          </a:stretch>
        </p:blipFill>
        <p:spPr>
          <a:xfrm>
            <a:off x="352731" y="430796"/>
            <a:ext cx="3281578" cy="2468780"/>
          </a:xfrm>
          <a:prstGeom prst="rect">
            <a:avLst/>
          </a:prstGeom>
        </p:spPr>
      </p:pic>
      <p:pic>
        <p:nvPicPr>
          <p:cNvPr id="8" name="Picture 7">
            <a:extLst>
              <a:ext uri="{FF2B5EF4-FFF2-40B4-BE49-F238E27FC236}">
                <a16:creationId xmlns:a16="http://schemas.microsoft.com/office/drawing/2014/main" id="{2A34551C-A365-7F49-BF20-9ABD5F2BABB6}"/>
              </a:ext>
            </a:extLst>
          </p:cNvPr>
          <p:cNvPicPr>
            <a:picLocks noChangeAspect="1"/>
          </p:cNvPicPr>
          <p:nvPr/>
        </p:nvPicPr>
        <p:blipFill>
          <a:blip r:embed="rId5"/>
          <a:stretch>
            <a:fillRect/>
          </a:stretch>
        </p:blipFill>
        <p:spPr>
          <a:xfrm>
            <a:off x="352731" y="2953177"/>
            <a:ext cx="3570667" cy="967163"/>
          </a:xfrm>
          <a:prstGeom prst="rect">
            <a:avLst/>
          </a:prstGeom>
        </p:spPr>
      </p:pic>
      <p:pic>
        <p:nvPicPr>
          <p:cNvPr id="9" name="Picture 8">
            <a:extLst>
              <a:ext uri="{FF2B5EF4-FFF2-40B4-BE49-F238E27FC236}">
                <a16:creationId xmlns:a16="http://schemas.microsoft.com/office/drawing/2014/main" id="{167FC149-601F-AF86-1866-021BD61C3028}"/>
              </a:ext>
            </a:extLst>
          </p:cNvPr>
          <p:cNvPicPr>
            <a:picLocks noChangeAspect="1"/>
          </p:cNvPicPr>
          <p:nvPr/>
        </p:nvPicPr>
        <p:blipFill>
          <a:blip r:embed="rId6"/>
          <a:stretch>
            <a:fillRect/>
          </a:stretch>
        </p:blipFill>
        <p:spPr>
          <a:xfrm>
            <a:off x="3011331" y="3473386"/>
            <a:ext cx="980563" cy="538187"/>
          </a:xfrm>
          <a:prstGeom prst="rect">
            <a:avLst/>
          </a:prstGeom>
        </p:spPr>
      </p:pic>
      <p:pic>
        <p:nvPicPr>
          <p:cNvPr id="18" name="Picture 17">
            <a:extLst>
              <a:ext uri="{FF2B5EF4-FFF2-40B4-BE49-F238E27FC236}">
                <a16:creationId xmlns:a16="http://schemas.microsoft.com/office/drawing/2014/main" id="{433491AD-5FE1-6706-DC45-FC44DE091D70}"/>
              </a:ext>
            </a:extLst>
          </p:cNvPr>
          <p:cNvPicPr>
            <a:picLocks noChangeAspect="1"/>
          </p:cNvPicPr>
          <p:nvPr/>
        </p:nvPicPr>
        <p:blipFill>
          <a:blip r:embed="rId7"/>
          <a:stretch>
            <a:fillRect/>
          </a:stretch>
        </p:blipFill>
        <p:spPr>
          <a:xfrm>
            <a:off x="152401" y="4179711"/>
            <a:ext cx="6360160" cy="3491357"/>
          </a:xfrm>
          <a:prstGeom prst="rect">
            <a:avLst/>
          </a:prstGeom>
        </p:spPr>
      </p:pic>
    </p:spTree>
    <p:extLst>
      <p:ext uri="{BB962C8B-B14F-4D97-AF65-F5344CB8AC3E}">
        <p14:creationId xmlns:p14="http://schemas.microsoft.com/office/powerpoint/2010/main" val="1132490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7" name="Table 106"/>
              <p:cNvGraphicFramePr>
                <a:graphicFrameLocks noGrp="1"/>
              </p:cNvGraphicFramePr>
              <p:nvPr/>
            </p:nvGraphicFramePr>
            <p:xfrm>
              <a:off x="159048" y="5556309"/>
              <a:ext cx="6512053" cy="2037579"/>
            </p:xfrm>
            <a:graphic>
              <a:graphicData uri="http://schemas.openxmlformats.org/drawingml/2006/table">
                <a:tbl>
                  <a:tblPr firstRow="1" bandRow="1">
                    <a:tableStyleId>{5C22544A-7EE6-4342-B048-85BDC9FD1C3A}</a:tableStyleId>
                  </a:tblPr>
                  <a:tblGrid>
                    <a:gridCol w="1322998">
                      <a:extLst>
                        <a:ext uri="{9D8B030D-6E8A-4147-A177-3AD203B41FA5}">
                          <a16:colId xmlns:a16="http://schemas.microsoft.com/office/drawing/2014/main" val="1568142362"/>
                        </a:ext>
                      </a:extLst>
                    </a:gridCol>
                    <a:gridCol w="1729685">
                      <a:extLst>
                        <a:ext uri="{9D8B030D-6E8A-4147-A177-3AD203B41FA5}">
                          <a16:colId xmlns:a16="http://schemas.microsoft.com/office/drawing/2014/main" val="3551711160"/>
                        </a:ext>
                      </a:extLst>
                    </a:gridCol>
                    <a:gridCol w="1729685">
                      <a:extLst>
                        <a:ext uri="{9D8B030D-6E8A-4147-A177-3AD203B41FA5}">
                          <a16:colId xmlns:a16="http://schemas.microsoft.com/office/drawing/2014/main" val="1712497518"/>
                        </a:ext>
                      </a:extLst>
                    </a:gridCol>
                    <a:gridCol w="1729685">
                      <a:extLst>
                        <a:ext uri="{9D8B030D-6E8A-4147-A177-3AD203B41FA5}">
                          <a16:colId xmlns:a16="http://schemas.microsoft.com/office/drawing/2014/main" val="886122921"/>
                        </a:ext>
                      </a:extLst>
                    </a:gridCol>
                  </a:tblGrid>
                  <a:tr h="300219">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678029">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i="1" baseline="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r>
                                  <a:rPr lang="en-GB" sz="1200" b="0" i="1" baseline="0" smtClean="0">
                                    <a:solidFill>
                                      <a:schemeClr val="tx1"/>
                                    </a:solidFill>
                                    <a:latin typeface="Cambria Math" panose="02040503050406030204" pitchFamily="18" charset="0"/>
                                    <a:ea typeface="Cambria Math" panose="02040503050406030204" pitchFamily="18" charset="0"/>
                                  </a:rPr>
                                  <m:t>×3÷2</m:t>
                                </m:r>
                              </m:oMath>
                            </m:oMathPara>
                          </a14:m>
                          <a:endParaRPr lang="en-US" sz="1200" baseline="0" dirty="0">
                            <a:solidFill>
                              <a:schemeClr val="tx1"/>
                            </a:solidFill>
                          </a:endParaRPr>
                        </a:p>
                        <a:p>
                          <a:pPr algn="ctr"/>
                          <a:endParaRPr lang="en-US" sz="1200" baseline="0" dirty="0">
                            <a:solidFill>
                              <a:schemeClr val="tx1"/>
                            </a:solidFill>
                          </a:endParaRP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14−3+5</m:t>
                                </m:r>
                              </m:oMath>
                            </m:oMathPara>
                          </a14:m>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18÷6</m:t>
                                </m:r>
                                <m:r>
                                  <a:rPr lang="en-GB" sz="1200" b="0" i="1" baseline="0" smtClean="0">
                                    <a:solidFill>
                                      <a:schemeClr val="tx1"/>
                                    </a:solidFill>
                                    <a:latin typeface="Cambria Math" panose="02040503050406030204" pitchFamily="18" charset="0"/>
                                    <a:ea typeface="Cambria Math" panose="02040503050406030204" pitchFamily="18" charset="0"/>
                                  </a:rPr>
                                  <m:t>×2</m:t>
                                </m:r>
                              </m:oMath>
                            </m:oMathPara>
                          </a14:m>
                          <a:endParaRPr lang="en-US" sz="1200" baseline="0" dirty="0">
                            <a:solidFill>
                              <a:schemeClr val="tx1"/>
                            </a:solidFill>
                          </a:endParaRP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07" name="Table 106"/>
              <p:cNvGraphicFramePr>
                <a:graphicFrameLocks noGrp="1"/>
              </p:cNvGraphicFramePr>
              <p:nvPr/>
            </p:nvGraphicFramePr>
            <p:xfrm>
              <a:off x="159048" y="5556309"/>
              <a:ext cx="6512053" cy="2037579"/>
            </p:xfrm>
            <a:graphic>
              <a:graphicData uri="http://schemas.openxmlformats.org/drawingml/2006/table">
                <a:tbl>
                  <a:tblPr firstRow="1" bandRow="1">
                    <a:tableStyleId>{5C22544A-7EE6-4342-B048-85BDC9FD1C3A}</a:tableStyleId>
                  </a:tblPr>
                  <a:tblGrid>
                    <a:gridCol w="1322998">
                      <a:extLst>
                        <a:ext uri="{9D8B030D-6E8A-4147-A177-3AD203B41FA5}">
                          <a16:colId xmlns:a16="http://schemas.microsoft.com/office/drawing/2014/main" val="1568142362"/>
                        </a:ext>
                      </a:extLst>
                    </a:gridCol>
                    <a:gridCol w="1729685">
                      <a:extLst>
                        <a:ext uri="{9D8B030D-6E8A-4147-A177-3AD203B41FA5}">
                          <a16:colId xmlns:a16="http://schemas.microsoft.com/office/drawing/2014/main" val="3551711160"/>
                        </a:ext>
                      </a:extLst>
                    </a:gridCol>
                    <a:gridCol w="1729685">
                      <a:extLst>
                        <a:ext uri="{9D8B030D-6E8A-4147-A177-3AD203B41FA5}">
                          <a16:colId xmlns:a16="http://schemas.microsoft.com/office/drawing/2014/main" val="1712497518"/>
                        </a:ext>
                      </a:extLst>
                    </a:gridCol>
                    <a:gridCol w="1729685">
                      <a:extLst>
                        <a:ext uri="{9D8B030D-6E8A-4147-A177-3AD203B41FA5}">
                          <a16:colId xmlns:a16="http://schemas.microsoft.com/office/drawing/2014/main" val="886122921"/>
                        </a:ext>
                      </a:extLst>
                    </a:gridCol>
                  </a:tblGrid>
                  <a:tr h="300219">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37360">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61" t="-17483" r="-200704" b="-27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6761" t="-17483" r="-100704" b="-27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6761" t="-17483" r="-704" b="-2797"/>
                          </a:stretch>
                        </a:blipFill>
                      </a:tcPr>
                    </a:tc>
                    <a:extLst>
                      <a:ext uri="{0D108BD9-81ED-4DB2-BD59-A6C34878D82A}">
                        <a16:rowId xmlns:a16="http://schemas.microsoft.com/office/drawing/2014/main" val="3293625240"/>
                      </a:ext>
                    </a:extLst>
                  </a:tr>
                </a:tbl>
              </a:graphicData>
            </a:graphic>
          </p:graphicFrame>
        </mc:Fallback>
      </mc:AlternateContent>
      <p:sp>
        <p:nvSpPr>
          <p:cNvPr id="15" name="TextBox 14">
            <a:extLst>
              <a:ext uri="{FF2B5EF4-FFF2-40B4-BE49-F238E27FC236}">
                <a16:creationId xmlns:a16="http://schemas.microsoft.com/office/drawing/2014/main" id="{BCDC1A2B-2D26-C945-B722-18950FA49879}"/>
              </a:ext>
            </a:extLst>
          </p:cNvPr>
          <p:cNvSpPr txBox="1"/>
          <p:nvPr/>
        </p:nvSpPr>
        <p:spPr>
          <a:xfrm>
            <a:off x="1705296" y="5311912"/>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7" name="TextBox 16">
            <a:extLst>
              <a:ext uri="{FF2B5EF4-FFF2-40B4-BE49-F238E27FC236}">
                <a16:creationId xmlns:a16="http://schemas.microsoft.com/office/drawing/2014/main" id="{4AF4150A-9218-D640-8777-2ECCBC4D10FB}"/>
              </a:ext>
            </a:extLst>
          </p:cNvPr>
          <p:cNvSpPr txBox="1"/>
          <p:nvPr/>
        </p:nvSpPr>
        <p:spPr>
          <a:xfrm>
            <a:off x="5143491" y="5313006"/>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6" name="Slide Number Placeholder 5"/>
          <p:cNvSpPr>
            <a:spLocks noGrp="1"/>
          </p:cNvSpPr>
          <p:nvPr>
            <p:ph type="sldNum" sz="quarter" idx="12"/>
          </p:nvPr>
        </p:nvSpPr>
        <p:spPr>
          <a:xfrm>
            <a:off x="5269733" y="9415247"/>
            <a:ext cx="1543050" cy="527403"/>
          </a:xfrm>
        </p:spPr>
        <p:txBody>
          <a:bodyPr/>
          <a:lstStyle/>
          <a:p>
            <a:fld id="{19F1D9CC-7119-45EC-A96C-D8C0660F3AAB}" type="slidenum">
              <a:rPr lang="en-GB" smtClean="0">
                <a:solidFill>
                  <a:schemeClr val="tx1"/>
                </a:solidFill>
              </a:rPr>
              <a:t>23</a:t>
            </a:fld>
            <a:endParaRPr lang="en-GB" dirty="0">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157866" y="318368"/>
            <a:ext cx="6513235" cy="1116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5</a:t>
            </a:r>
            <a:r>
              <a:rPr lang="en-GB" dirty="0">
                <a:solidFill>
                  <a:schemeClr val="bg1"/>
                </a:solidFill>
              </a:rPr>
              <a:t>– Order of Operations</a:t>
            </a:r>
          </a:p>
        </p:txBody>
      </p:sp>
      <p:sp>
        <p:nvSpPr>
          <p:cNvPr id="71" name="TextBox 70">
            <a:extLst>
              <a:ext uri="{FF2B5EF4-FFF2-40B4-BE49-F238E27FC236}">
                <a16:creationId xmlns:a16="http://schemas.microsoft.com/office/drawing/2014/main" id="{F05264B7-DB58-7E49-B4A9-8F02D752A45D}"/>
              </a:ext>
            </a:extLst>
          </p:cNvPr>
          <p:cNvSpPr txBox="1"/>
          <p:nvPr/>
        </p:nvSpPr>
        <p:spPr>
          <a:xfrm>
            <a:off x="110929" y="661228"/>
            <a:ext cx="1399768" cy="276999"/>
          </a:xfrm>
          <a:prstGeom prst="rect">
            <a:avLst/>
          </a:prstGeom>
          <a:noFill/>
        </p:spPr>
        <p:txBody>
          <a:bodyPr wrap="square" rtlCol="0">
            <a:spAutoFit/>
          </a:bodyPr>
          <a:lstStyle/>
          <a:p>
            <a:r>
              <a:rPr lang="en-GB" sz="1200" b="1" dirty="0"/>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148501" y="859616"/>
            <a:ext cx="4864666" cy="646331"/>
          </a:xfrm>
          <a:prstGeom prst="rect">
            <a:avLst/>
          </a:prstGeom>
          <a:noFill/>
        </p:spPr>
        <p:txBody>
          <a:bodyPr wrap="square" rtlCol="0">
            <a:spAutoFit/>
          </a:bodyPr>
          <a:lstStyle/>
          <a:p>
            <a:pPr marL="342900" indent="-342900">
              <a:buFont typeface="+mj-lt"/>
              <a:buAutoNum type="arabicPeriod"/>
            </a:pPr>
            <a:r>
              <a:rPr lang="en-GB" sz="1200" dirty="0"/>
              <a:t>To correctly apply order of operations with the four operations.</a:t>
            </a:r>
          </a:p>
          <a:p>
            <a:pPr marL="342900" indent="-342900">
              <a:buFont typeface="+mj-lt"/>
              <a:buAutoNum type="arabicPeriod"/>
            </a:pPr>
            <a:r>
              <a:rPr lang="en-GB" sz="1200" dirty="0"/>
              <a:t>To correctly apply order of operations including indices and brackets.</a:t>
            </a:r>
          </a:p>
          <a:p>
            <a:pPr marL="342900" indent="-342900">
              <a:buFont typeface="+mj-lt"/>
              <a:buAutoNum type="arabicPeriod"/>
            </a:pPr>
            <a:r>
              <a:rPr lang="en-GB" sz="1200" dirty="0"/>
              <a:t>To insert brackets into calculations to make them correct.</a:t>
            </a:r>
          </a:p>
        </p:txBody>
      </p:sp>
      <p:sp>
        <p:nvSpPr>
          <p:cNvPr id="73" name="TextBox 72">
            <a:extLst>
              <a:ext uri="{FF2B5EF4-FFF2-40B4-BE49-F238E27FC236}">
                <a16:creationId xmlns:a16="http://schemas.microsoft.com/office/drawing/2014/main" id="{2E771014-6049-D94F-9894-F3E0D5FBDFBE}"/>
              </a:ext>
            </a:extLst>
          </p:cNvPr>
          <p:cNvSpPr txBox="1"/>
          <p:nvPr/>
        </p:nvSpPr>
        <p:spPr>
          <a:xfrm>
            <a:off x="418729" y="373024"/>
            <a:ext cx="4864666" cy="276999"/>
          </a:xfrm>
          <a:prstGeom prst="rect">
            <a:avLst/>
          </a:prstGeom>
          <a:noFill/>
          <a:ln>
            <a:solidFill>
              <a:schemeClr val="tx1"/>
            </a:solidFill>
          </a:ln>
        </p:spPr>
        <p:txBody>
          <a:bodyPr wrap="none" rtlCol="0">
            <a:spAutoFit/>
          </a:bodyPr>
          <a:lstStyle/>
          <a:p>
            <a:pPr algn="ctr"/>
            <a:r>
              <a:rPr lang="en-GB" sz="1200" dirty="0"/>
              <a:t>LEARNING OUTCOME: To understand and apply correct order of operations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641380" y="372198"/>
            <a:ext cx="988027" cy="1015663"/>
          </a:xfrm>
          <a:prstGeom prst="rect">
            <a:avLst/>
          </a:prstGeom>
          <a:noFill/>
          <a:ln w="12700">
            <a:solidFill>
              <a:schemeClr val="tx1"/>
            </a:solidFill>
          </a:ln>
        </p:spPr>
        <p:txBody>
          <a:bodyPr wrap="none" rtlCol="0">
            <a:spAutoFit/>
          </a:bodyPr>
          <a:lstStyle/>
          <a:p>
            <a:r>
              <a:rPr lang="en-US" sz="1200" b="1" u="sng" dirty="0"/>
              <a:t>Keywords:</a:t>
            </a:r>
            <a:endParaRPr lang="en-US" sz="1200" dirty="0"/>
          </a:p>
          <a:p>
            <a:pPr marL="171450" indent="-171450">
              <a:buFontTx/>
              <a:buChar char="-"/>
            </a:pPr>
            <a:r>
              <a:rPr lang="en-US" sz="1200" dirty="0"/>
              <a:t>Operation</a:t>
            </a:r>
          </a:p>
          <a:p>
            <a:pPr marL="171450" indent="-171450">
              <a:buFontTx/>
              <a:buChar char="-"/>
            </a:pPr>
            <a:r>
              <a:rPr lang="en-US" sz="1200" dirty="0"/>
              <a:t>Index</a:t>
            </a:r>
          </a:p>
          <a:p>
            <a:pPr marL="171450" indent="-171450">
              <a:buFontTx/>
              <a:buChar char="-"/>
            </a:pPr>
            <a:r>
              <a:rPr lang="en-US" sz="1200" dirty="0"/>
              <a:t>Power</a:t>
            </a:r>
          </a:p>
          <a:p>
            <a:pPr marL="171450" indent="-171450">
              <a:buFontTx/>
              <a:buChar char="-"/>
            </a:pPr>
            <a:r>
              <a:rPr lang="en-US" sz="1200" dirty="0"/>
              <a:t>Root</a:t>
            </a:r>
          </a:p>
        </p:txBody>
      </p:sp>
      <p:cxnSp>
        <p:nvCxnSpPr>
          <p:cNvPr id="61" name="Straight Connector 60">
            <a:extLst>
              <a:ext uri="{FF2B5EF4-FFF2-40B4-BE49-F238E27FC236}">
                <a16:creationId xmlns:a16="http://schemas.microsoft.com/office/drawing/2014/main" id="{FE7EDCC2-ABAA-434F-8C0E-6C3A1F76BAE7}"/>
              </a:ext>
            </a:extLst>
          </p:cNvPr>
          <p:cNvCxnSpPr/>
          <p:nvPr/>
        </p:nvCxnSpPr>
        <p:spPr>
          <a:xfrm flipV="1">
            <a:off x="930464" y="460645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159048" y="2675863"/>
            <a:ext cx="6512054" cy="20388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cxnSp>
        <p:nvCxnSpPr>
          <p:cNvPr id="63" name="Straight Connector 62"/>
          <p:cNvCxnSpPr>
            <a:cxnSpLocks/>
          </p:cNvCxnSpPr>
          <p:nvPr/>
        </p:nvCxnSpPr>
        <p:spPr>
          <a:xfrm>
            <a:off x="157866" y="3479303"/>
            <a:ext cx="6516000" cy="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p:cNvCxnSpPr>
            <a:cxnSpLocks/>
            <a:stCxn id="62" idx="2"/>
            <a:endCxn id="62" idx="0"/>
          </p:cNvCxnSpPr>
          <p:nvPr/>
        </p:nvCxnSpPr>
        <p:spPr>
          <a:xfrm flipV="1">
            <a:off x="3415075" y="2675863"/>
            <a:ext cx="0" cy="2038881"/>
          </a:xfrm>
          <a:prstGeom prst="line">
            <a:avLst/>
          </a:prstGeom>
        </p:spPr>
        <p:style>
          <a:lnRef idx="1">
            <a:schemeClr val="dk1"/>
          </a:lnRef>
          <a:fillRef idx="0">
            <a:schemeClr val="dk1"/>
          </a:fillRef>
          <a:effectRef idx="0">
            <a:schemeClr val="dk1"/>
          </a:effectRef>
          <a:fontRef idx="minor">
            <a:schemeClr val="tx1"/>
          </a:fontRef>
        </p:style>
      </p:cxnSp>
      <p:sp>
        <p:nvSpPr>
          <p:cNvPr id="65" name="TextBox 64"/>
          <p:cNvSpPr txBox="1"/>
          <p:nvPr/>
        </p:nvSpPr>
        <p:spPr>
          <a:xfrm>
            <a:off x="139258" y="2675862"/>
            <a:ext cx="824713" cy="461665"/>
          </a:xfrm>
          <a:prstGeom prst="rect">
            <a:avLst/>
          </a:prstGeom>
          <a:noFill/>
        </p:spPr>
        <p:txBody>
          <a:bodyPr wrap="none" rtlCol="0">
            <a:spAutoFit/>
          </a:bodyPr>
          <a:lstStyle/>
          <a:p>
            <a:r>
              <a:rPr lang="en-US" sz="1200" b="1" dirty="0"/>
              <a:t>Definition</a:t>
            </a:r>
          </a:p>
          <a:p>
            <a:endParaRPr lang="en-US" sz="1200" dirty="0"/>
          </a:p>
        </p:txBody>
      </p:sp>
      <p:sp>
        <p:nvSpPr>
          <p:cNvPr id="68" name="TextBox 67"/>
          <p:cNvSpPr txBox="1"/>
          <p:nvPr/>
        </p:nvSpPr>
        <p:spPr>
          <a:xfrm>
            <a:off x="5644651" y="2642246"/>
            <a:ext cx="1112228" cy="276999"/>
          </a:xfrm>
          <a:prstGeom prst="rect">
            <a:avLst/>
          </a:prstGeom>
          <a:noFill/>
        </p:spPr>
        <p:txBody>
          <a:bodyPr wrap="none" rtlCol="0">
            <a:spAutoFit/>
          </a:bodyPr>
          <a:lstStyle/>
          <a:p>
            <a:r>
              <a:rPr lang="en-US" sz="1200" b="1" dirty="0"/>
              <a:t>Characteristics</a:t>
            </a:r>
            <a:endParaRPr lang="en-GB" sz="1200" b="1" dirty="0"/>
          </a:p>
        </p:txBody>
      </p:sp>
      <p:sp>
        <p:nvSpPr>
          <p:cNvPr id="95" name="TextBox 94"/>
          <p:cNvSpPr txBox="1"/>
          <p:nvPr/>
        </p:nvSpPr>
        <p:spPr>
          <a:xfrm>
            <a:off x="78445" y="3502194"/>
            <a:ext cx="3425305" cy="1215717"/>
          </a:xfrm>
          <a:prstGeom prst="rect">
            <a:avLst/>
          </a:prstGeom>
          <a:noFill/>
        </p:spPr>
        <p:txBody>
          <a:bodyPr wrap="square" rtlCol="0">
            <a:spAutoFit/>
          </a:bodyPr>
          <a:lstStyle/>
          <a:p>
            <a:r>
              <a:rPr lang="en-US" sz="1200" b="1" dirty="0"/>
              <a:t>Examples</a:t>
            </a:r>
          </a:p>
          <a:p>
            <a:endParaRPr lang="en-US" sz="100" b="1" dirty="0"/>
          </a:p>
          <a:p>
            <a:pPr marL="171450" indent="-171450">
              <a:buFont typeface="Arial" panose="020B0604020202020204" pitchFamily="34" charset="0"/>
              <a:buChar char="•"/>
            </a:pPr>
            <a:r>
              <a:rPr lang="en-GB" sz="1200" b="0" i="0" dirty="0">
                <a:effectLst/>
              </a:rPr>
              <a:t>In the expression 3 + 4, the operation is addition, which combines 3 and 4 to give a sum of 7.</a:t>
            </a:r>
          </a:p>
          <a:p>
            <a:pPr marL="171450" indent="-171450">
              <a:buFont typeface="Arial" panose="020B0604020202020204" pitchFamily="34" charset="0"/>
              <a:buChar char="•"/>
            </a:pPr>
            <a:r>
              <a:rPr lang="en-GB" sz="1200" b="0" i="0" dirty="0">
                <a:effectLst/>
              </a:rPr>
              <a:t>In the expression 12 ÷ 3, the operation is division, indicating that 12 is shared into 3 equal parts, resulting in 4</a:t>
            </a:r>
            <a:endParaRPr lang="en-GB" sz="1200" b="1" dirty="0"/>
          </a:p>
        </p:txBody>
      </p:sp>
      <p:sp>
        <p:nvSpPr>
          <p:cNvPr id="96" name="TextBox 95"/>
          <p:cNvSpPr txBox="1"/>
          <p:nvPr/>
        </p:nvSpPr>
        <p:spPr>
          <a:xfrm>
            <a:off x="5577191" y="3480956"/>
            <a:ext cx="1172885" cy="276999"/>
          </a:xfrm>
          <a:prstGeom prst="rect">
            <a:avLst/>
          </a:prstGeom>
          <a:noFill/>
        </p:spPr>
        <p:txBody>
          <a:bodyPr wrap="none" rtlCol="0">
            <a:spAutoFit/>
          </a:bodyPr>
          <a:lstStyle/>
          <a:p>
            <a:r>
              <a:rPr lang="en-US" sz="1200" b="1" dirty="0"/>
              <a:t>Non - Examples</a:t>
            </a:r>
            <a:endParaRPr lang="en-GB" sz="1200" b="1" dirty="0"/>
          </a:p>
        </p:txBody>
      </p:sp>
      <p:sp>
        <p:nvSpPr>
          <p:cNvPr id="98" name="TextBox 97"/>
          <p:cNvSpPr txBox="1"/>
          <p:nvPr/>
        </p:nvSpPr>
        <p:spPr>
          <a:xfrm>
            <a:off x="139258" y="2844008"/>
            <a:ext cx="3230335" cy="646331"/>
          </a:xfrm>
          <a:prstGeom prst="rect">
            <a:avLst/>
          </a:prstGeom>
          <a:noFill/>
        </p:spPr>
        <p:txBody>
          <a:bodyPr wrap="square" rtlCol="0">
            <a:spAutoFit/>
          </a:bodyPr>
          <a:lstStyle/>
          <a:p>
            <a:r>
              <a:rPr lang="en-GB" sz="1200" b="0" i="0" dirty="0">
                <a:effectLst/>
                <a:latin typeface="Söhne"/>
              </a:rPr>
              <a:t>Operations in mathematics refer to the basic mathematical actions or processes used to perform calculations and solve problems. </a:t>
            </a:r>
            <a:endParaRPr lang="en-US" sz="1200" dirty="0"/>
          </a:p>
        </p:txBody>
      </p:sp>
      <p:sp>
        <p:nvSpPr>
          <p:cNvPr id="97" name="TextBox 96"/>
          <p:cNvSpPr txBox="1"/>
          <p:nvPr/>
        </p:nvSpPr>
        <p:spPr>
          <a:xfrm>
            <a:off x="2824221" y="3295577"/>
            <a:ext cx="1131592" cy="369332"/>
          </a:xfrm>
          <a:prstGeom prst="rect">
            <a:avLst/>
          </a:prstGeom>
          <a:solidFill>
            <a:schemeClr val="bg1"/>
          </a:solidFill>
          <a:ln>
            <a:solidFill>
              <a:schemeClr val="tx1"/>
            </a:solidFill>
          </a:ln>
        </p:spPr>
        <p:txBody>
          <a:bodyPr wrap="none" rtlCol="0">
            <a:spAutoFit/>
          </a:bodyPr>
          <a:lstStyle/>
          <a:p>
            <a:r>
              <a:rPr lang="en-US" dirty="0"/>
              <a:t>Operation</a:t>
            </a:r>
            <a:endParaRPr lang="en-GB" dirty="0"/>
          </a:p>
        </p:txBody>
      </p:sp>
      <p:sp>
        <p:nvSpPr>
          <p:cNvPr id="108" name="TextBox 107">
            <a:extLst>
              <a:ext uri="{FF2B5EF4-FFF2-40B4-BE49-F238E27FC236}">
                <a16:creationId xmlns:a16="http://schemas.microsoft.com/office/drawing/2014/main" id="{4AF4150A-9218-D640-8777-2ECCBC4D10FB}"/>
              </a:ext>
            </a:extLst>
          </p:cNvPr>
          <p:cNvSpPr txBox="1"/>
          <p:nvPr/>
        </p:nvSpPr>
        <p:spPr>
          <a:xfrm>
            <a:off x="3376951" y="5295611"/>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7" name="TextBox 6">
            <a:extLst>
              <a:ext uri="{FF2B5EF4-FFF2-40B4-BE49-F238E27FC236}">
                <a16:creationId xmlns:a16="http://schemas.microsoft.com/office/drawing/2014/main" id="{AEDF8907-7FD4-883A-56E8-5268D67FAB42}"/>
              </a:ext>
            </a:extLst>
          </p:cNvPr>
          <p:cNvSpPr txBox="1"/>
          <p:nvPr/>
        </p:nvSpPr>
        <p:spPr>
          <a:xfrm>
            <a:off x="3731540" y="2892643"/>
            <a:ext cx="333718" cy="338554"/>
          </a:xfrm>
          <a:prstGeom prst="rect">
            <a:avLst/>
          </a:prstGeom>
          <a:noFill/>
        </p:spPr>
        <p:txBody>
          <a:bodyPr wrap="square" rtlCol="0">
            <a:spAutoFit/>
          </a:bodyPr>
          <a:lstStyle/>
          <a:p>
            <a:r>
              <a:rPr lang="en-US" sz="1600" dirty="0"/>
              <a:t>+</a:t>
            </a:r>
          </a:p>
        </p:txBody>
      </p:sp>
      <p:sp>
        <p:nvSpPr>
          <p:cNvPr id="8" name="TextBox 7">
            <a:extLst>
              <a:ext uri="{FF2B5EF4-FFF2-40B4-BE49-F238E27FC236}">
                <a16:creationId xmlns:a16="http://schemas.microsoft.com/office/drawing/2014/main" id="{22EF0E05-5207-8930-1AD1-D8C32C6F7558}"/>
              </a:ext>
            </a:extLst>
          </p:cNvPr>
          <p:cNvSpPr txBox="1"/>
          <p:nvPr/>
        </p:nvSpPr>
        <p:spPr>
          <a:xfrm>
            <a:off x="3955813" y="3836924"/>
            <a:ext cx="509833" cy="276999"/>
          </a:xfrm>
          <a:prstGeom prst="rect">
            <a:avLst/>
          </a:prstGeom>
          <a:noFill/>
        </p:spPr>
        <p:txBody>
          <a:bodyPr wrap="square" rtlCol="0">
            <a:spAutoFit/>
          </a:bodyPr>
          <a:lstStyle/>
          <a:p>
            <a:r>
              <a:rPr lang="en-US" sz="1200" dirty="0"/>
              <a:t>23</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A1B5DA8-4CB5-0326-3CF7-85634B196AD2}"/>
                  </a:ext>
                </a:extLst>
              </p:cNvPr>
              <p:cNvSpPr/>
              <p:nvPr/>
            </p:nvSpPr>
            <p:spPr>
              <a:xfrm>
                <a:off x="151983" y="4751119"/>
                <a:ext cx="3477103" cy="237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with </a:t>
                </a:r>
                <a14:m>
                  <m:oMath xmlns:m="http://schemas.openxmlformats.org/officeDocument/2006/math">
                    <m:r>
                      <a:rPr lang="en-US" sz="1200" i="1" smtClean="0">
                        <a:solidFill>
                          <a:schemeClr val="bg1"/>
                        </a:solidFill>
                        <a:latin typeface="Cambria Math" panose="02040503050406030204" pitchFamily="18" charset="0"/>
                        <a:ea typeface="Cambria Math" panose="02040503050406030204" pitchFamily="18" charset="0"/>
                      </a:rPr>
                      <m:t>×</m:t>
                    </m:r>
                  </m:oMath>
                </a14:m>
                <a:r>
                  <a:rPr lang="en-GB" sz="1200" dirty="0">
                    <a:solidFill>
                      <a:schemeClr val="bg1"/>
                    </a:solidFill>
                  </a:rPr>
                  <a:t> / </a:t>
                </a:r>
                <a14:m>
                  <m:oMath xmlns:m="http://schemas.openxmlformats.org/officeDocument/2006/math">
                    <m:r>
                      <a:rPr lang="en-GB" sz="1200" i="1" smtClean="0">
                        <a:solidFill>
                          <a:schemeClr val="bg1"/>
                        </a:solidFill>
                        <a:latin typeface="Cambria Math" panose="02040503050406030204" pitchFamily="18" charset="0"/>
                        <a:ea typeface="Cambria Math" panose="02040503050406030204" pitchFamily="18" charset="0"/>
                      </a:rPr>
                      <m:t>÷</m:t>
                    </m:r>
                  </m:oMath>
                </a14:m>
                <a:r>
                  <a:rPr lang="en-GB" sz="1200" dirty="0">
                    <a:solidFill>
                      <a:schemeClr val="bg1"/>
                    </a:solidFill>
                  </a:rPr>
                  <a:t> only or </a:t>
                </a:r>
                <a14:m>
                  <m:oMath xmlns:m="http://schemas.openxmlformats.org/officeDocument/2006/math">
                    <m:r>
                      <a:rPr lang="en-GB" sz="1200" i="1" dirty="0" smtClean="0">
                        <a:solidFill>
                          <a:schemeClr val="bg1"/>
                        </a:solidFill>
                        <a:latin typeface="Cambria Math" panose="02040503050406030204" pitchFamily="18" charset="0"/>
                      </a:rPr>
                      <m:t>+</m:t>
                    </m:r>
                  </m:oMath>
                </a14:m>
                <a:r>
                  <a:rPr lang="en-GB" sz="1200" dirty="0">
                    <a:solidFill>
                      <a:schemeClr val="bg1"/>
                    </a:solidFill>
                  </a:rPr>
                  <a:t> / - only</a:t>
                </a:r>
              </a:p>
            </p:txBody>
          </p:sp>
        </mc:Choice>
        <mc:Fallback xmlns="">
          <p:sp>
            <p:nvSpPr>
              <p:cNvPr id="10" name="Rectangle 9">
                <a:extLst>
                  <a:ext uri="{FF2B5EF4-FFF2-40B4-BE49-F238E27FC236}">
                    <a16:creationId xmlns:a16="http://schemas.microsoft.com/office/drawing/2014/main" id="{FA1B5DA8-4CB5-0326-3CF7-85634B196AD2}"/>
                  </a:ext>
                </a:extLst>
              </p:cNvPr>
              <p:cNvSpPr>
                <a:spLocks noRot="1" noChangeAspect="1" noMove="1" noResize="1" noEditPoints="1" noAdjustHandles="1" noChangeArrowheads="1" noChangeShapeType="1" noTextEdit="1"/>
              </p:cNvSpPr>
              <p:nvPr/>
            </p:nvSpPr>
            <p:spPr>
              <a:xfrm>
                <a:off x="151983" y="4751119"/>
                <a:ext cx="3477103" cy="237537"/>
              </a:xfrm>
              <a:prstGeom prst="rect">
                <a:avLst/>
              </a:prstGeom>
              <a:blipFill>
                <a:blip r:embed="rId4"/>
                <a:stretch>
                  <a:fillRect l="-175" t="-7692" b="-28205"/>
                </a:stretch>
              </a:blipFill>
              <a:ln>
                <a:no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1137FF79-718C-4813-820B-89ECFEEA99C2}"/>
              </a:ext>
            </a:extLst>
          </p:cNvPr>
          <p:cNvSpPr txBox="1"/>
          <p:nvPr/>
        </p:nvSpPr>
        <p:spPr>
          <a:xfrm>
            <a:off x="4279082" y="2688462"/>
            <a:ext cx="333718" cy="338554"/>
          </a:xfrm>
          <a:prstGeom prst="rect">
            <a:avLst/>
          </a:prstGeom>
          <a:noFill/>
        </p:spPr>
        <p:txBody>
          <a:bodyPr wrap="square" rtlCol="0">
            <a:spAutoFit/>
          </a:bodyPr>
          <a:lstStyle/>
          <a:p>
            <a:r>
              <a:rPr lang="en-US" sz="1600" dirty="0"/>
              <a:t>-</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0BD97C8-5FA3-4D49-ABB4-25F531818912}"/>
                  </a:ext>
                </a:extLst>
              </p:cNvPr>
              <p:cNvSpPr txBox="1"/>
              <p:nvPr/>
            </p:nvSpPr>
            <p:spPr>
              <a:xfrm>
                <a:off x="6209349" y="2881547"/>
                <a:ext cx="3337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0" name="TextBox 29">
                <a:extLst>
                  <a:ext uri="{FF2B5EF4-FFF2-40B4-BE49-F238E27FC236}">
                    <a16:creationId xmlns:a16="http://schemas.microsoft.com/office/drawing/2014/main" id="{C0BD97C8-5FA3-4D49-ABB4-25F531818912}"/>
                  </a:ext>
                </a:extLst>
              </p:cNvPr>
              <p:cNvSpPr txBox="1">
                <a:spLocks noRot="1" noChangeAspect="1" noMove="1" noResize="1" noEditPoints="1" noAdjustHandles="1" noChangeArrowheads="1" noChangeShapeType="1" noTextEdit="1"/>
              </p:cNvSpPr>
              <p:nvPr/>
            </p:nvSpPr>
            <p:spPr>
              <a:xfrm>
                <a:off x="6209349" y="2881547"/>
                <a:ext cx="333718"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D93263E-95E1-4F77-813E-50F37B0F2949}"/>
                  </a:ext>
                </a:extLst>
              </p:cNvPr>
              <p:cNvSpPr txBox="1"/>
              <p:nvPr/>
            </p:nvSpPr>
            <p:spPr>
              <a:xfrm>
                <a:off x="4760594" y="2936394"/>
                <a:ext cx="333718" cy="3569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1" name="TextBox 30">
                <a:extLst>
                  <a:ext uri="{FF2B5EF4-FFF2-40B4-BE49-F238E27FC236}">
                    <a16:creationId xmlns:a16="http://schemas.microsoft.com/office/drawing/2014/main" id="{1D93263E-95E1-4F77-813E-50F37B0F2949}"/>
                  </a:ext>
                </a:extLst>
              </p:cNvPr>
              <p:cNvSpPr txBox="1">
                <a:spLocks noRot="1" noChangeAspect="1" noMove="1" noResize="1" noEditPoints="1" noAdjustHandles="1" noChangeArrowheads="1" noChangeShapeType="1" noTextEdit="1"/>
              </p:cNvSpPr>
              <p:nvPr/>
            </p:nvSpPr>
            <p:spPr>
              <a:xfrm>
                <a:off x="4760594" y="2936394"/>
                <a:ext cx="333718" cy="35695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E2B74F-9DB5-4E66-B077-43E43C9CF7DE}"/>
                  </a:ext>
                </a:extLst>
              </p:cNvPr>
              <p:cNvSpPr txBox="1"/>
              <p:nvPr/>
            </p:nvSpPr>
            <p:spPr>
              <a:xfrm>
                <a:off x="5328214" y="2720525"/>
                <a:ext cx="3337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2" name="TextBox 31">
                <a:extLst>
                  <a:ext uri="{FF2B5EF4-FFF2-40B4-BE49-F238E27FC236}">
                    <a16:creationId xmlns:a16="http://schemas.microsoft.com/office/drawing/2014/main" id="{2BE2B74F-9DB5-4E66-B077-43E43C9CF7DE}"/>
                  </a:ext>
                </a:extLst>
              </p:cNvPr>
              <p:cNvSpPr txBox="1">
                <a:spLocks noRot="1" noChangeAspect="1" noMove="1" noResize="1" noEditPoints="1" noAdjustHandles="1" noChangeArrowheads="1" noChangeShapeType="1" noTextEdit="1"/>
              </p:cNvSpPr>
              <p:nvPr/>
            </p:nvSpPr>
            <p:spPr>
              <a:xfrm>
                <a:off x="5328214" y="2720525"/>
                <a:ext cx="333718" cy="338554"/>
              </a:xfrm>
              <a:prstGeom prst="rect">
                <a:avLst/>
              </a:prstGeom>
              <a:blipFill>
                <a:blip r:embed="rId7"/>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D08B2F00-668B-405B-8FF5-6F45B1E9399E}"/>
              </a:ext>
            </a:extLst>
          </p:cNvPr>
          <p:cNvSpPr txBox="1"/>
          <p:nvPr/>
        </p:nvSpPr>
        <p:spPr>
          <a:xfrm>
            <a:off x="4697288" y="3760146"/>
            <a:ext cx="509838" cy="276999"/>
          </a:xfrm>
          <a:prstGeom prst="rect">
            <a:avLst/>
          </a:prstGeom>
          <a:noFill/>
        </p:spPr>
        <p:txBody>
          <a:bodyPr wrap="square" rtlCol="0">
            <a:spAutoFit/>
          </a:bodyPr>
          <a:lstStyle/>
          <a:p>
            <a:r>
              <a:rPr lang="en-US" sz="1200" dirty="0"/>
              <a:t>4.76</a:t>
            </a:r>
          </a:p>
        </p:txBody>
      </p:sp>
      <p:sp>
        <p:nvSpPr>
          <p:cNvPr id="2" name="Isosceles Triangle 1">
            <a:extLst>
              <a:ext uri="{FF2B5EF4-FFF2-40B4-BE49-F238E27FC236}">
                <a16:creationId xmlns:a16="http://schemas.microsoft.com/office/drawing/2014/main" id="{F83D44D4-5E91-4143-9D1D-E4C2795DF964}"/>
              </a:ext>
            </a:extLst>
          </p:cNvPr>
          <p:cNvSpPr/>
          <p:nvPr/>
        </p:nvSpPr>
        <p:spPr>
          <a:xfrm>
            <a:off x="5713646" y="3848868"/>
            <a:ext cx="509833" cy="49847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74996991-99C3-CA2C-9884-A59E7CFDB01C}"/>
                  </a:ext>
                </a:extLst>
              </p:cNvPr>
              <p:cNvGraphicFramePr>
                <a:graphicFrameLocks noGrp="1"/>
              </p:cNvGraphicFramePr>
              <p:nvPr>
                <p:extLst>
                  <p:ext uri="{D42A27DB-BD31-4B8C-83A1-F6EECF244321}">
                    <p14:modId xmlns:p14="http://schemas.microsoft.com/office/powerpoint/2010/main" val="1320323793"/>
                  </p:ext>
                </p:extLst>
              </p:nvPr>
            </p:nvGraphicFramePr>
            <p:xfrm>
              <a:off x="153061" y="7971059"/>
              <a:ext cx="6530772" cy="1615376"/>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4149152469"/>
                        </a:ext>
                      </a:extLst>
                    </a:gridCol>
                    <a:gridCol w="4924927">
                      <a:extLst>
                        <a:ext uri="{9D8B030D-6E8A-4147-A177-3AD203B41FA5}">
                          <a16:colId xmlns:a16="http://schemas.microsoft.com/office/drawing/2014/main" val="1971714873"/>
                        </a:ext>
                      </a:extLst>
                    </a:gridCol>
                  </a:tblGrid>
                  <a:tr h="403844">
                    <a:tc>
                      <a:txBody>
                        <a:bodyPr/>
                        <a:lstStyle/>
                        <a:p>
                          <a:pPr algn="ctr"/>
                          <a:r>
                            <a:rPr lang="en-GB" b="0"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81946"/>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r>
                                <a:rPr lang="en-GB" sz="1200" b="0" i="1" smtClean="0">
                                  <a:latin typeface="Cambria Math" panose="02040503050406030204" pitchFamily="18" charset="0"/>
                                </a:rPr>
                                <m:t>7−</m:t>
                              </m:r>
                              <m:r>
                                <a:rPr lang="en-GB" sz="1200" b="0" i="1" smtClean="0">
                                  <a:latin typeface="Cambria Math" panose="02040503050406030204" pitchFamily="18" charset="0"/>
                                  <a:ea typeface="Cambria Math" panose="02040503050406030204" pitchFamily="18" charset="0"/>
                                </a:rPr>
                                <m:t>4+3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41156"/>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r>
                                <a:rPr lang="en-GB" sz="1200" b="0" i="1" smtClean="0">
                                  <a:latin typeface="Cambria Math" panose="02040503050406030204" pitchFamily="18" charset="0"/>
                                  <a:ea typeface="Cambria Math" panose="02040503050406030204" pitchFamily="18" charset="0"/>
                                </a:rPr>
                                <m:t>7+4 −3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1139907"/>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c) </a:t>
                          </a:r>
                          <a14:m>
                            <m:oMath xmlns:m="http://schemas.openxmlformats.org/officeDocument/2006/math">
                              <m:r>
                                <a:rPr lang="en-GB" sz="1200" i="1" smtClean="0">
                                  <a:latin typeface="Cambria Math" panose="02040503050406030204" pitchFamily="18" charset="0"/>
                                </a:rPr>
                                <m:t>6</m:t>
                              </m:r>
                              <m:r>
                                <a:rPr lang="en-GB" sz="1200" b="0" i="1" smtClean="0">
                                  <a:latin typeface="Cambria Math" panose="02040503050406030204" pitchFamily="18" charset="0"/>
                                </a:rPr>
                                <m:t> −3+4</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6803710"/>
                      </a:ext>
                    </a:extLst>
                  </a:tr>
                </a:tbl>
              </a:graphicData>
            </a:graphic>
          </p:graphicFrame>
        </mc:Choice>
        <mc:Fallback xmlns="">
          <p:graphicFrame>
            <p:nvGraphicFramePr>
              <p:cNvPr id="36" name="Table 35">
                <a:extLst>
                  <a:ext uri="{FF2B5EF4-FFF2-40B4-BE49-F238E27FC236}">
                    <a16:creationId xmlns:a16="http://schemas.microsoft.com/office/drawing/2014/main" id="{74996991-99C3-CA2C-9884-A59E7CFDB01C}"/>
                  </a:ext>
                </a:extLst>
              </p:cNvPr>
              <p:cNvGraphicFramePr>
                <a:graphicFrameLocks noGrp="1"/>
              </p:cNvGraphicFramePr>
              <p:nvPr>
                <p:extLst>
                  <p:ext uri="{D42A27DB-BD31-4B8C-83A1-F6EECF244321}">
                    <p14:modId xmlns:p14="http://schemas.microsoft.com/office/powerpoint/2010/main" val="1320323793"/>
                  </p:ext>
                </p:extLst>
              </p:nvPr>
            </p:nvGraphicFramePr>
            <p:xfrm>
              <a:off x="153061" y="7971059"/>
              <a:ext cx="6530772" cy="1615376"/>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4149152469"/>
                        </a:ext>
                      </a:extLst>
                    </a:gridCol>
                    <a:gridCol w="4924927">
                      <a:extLst>
                        <a:ext uri="{9D8B030D-6E8A-4147-A177-3AD203B41FA5}">
                          <a16:colId xmlns:a16="http://schemas.microsoft.com/office/drawing/2014/main" val="1971714873"/>
                        </a:ext>
                      </a:extLst>
                    </a:gridCol>
                  </a:tblGrid>
                  <a:tr h="403844">
                    <a:tc>
                      <a:txBody>
                        <a:bodyPr/>
                        <a:lstStyle/>
                        <a:p>
                          <a:pPr algn="ctr"/>
                          <a:r>
                            <a:rPr lang="en-GB" b="0"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81946"/>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103030" r="-306818" b="-2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41156"/>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200000" r="-306818"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1139907"/>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304545" r="-306818"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6803710"/>
                      </a:ext>
                    </a:extLst>
                  </a:tr>
                </a:tbl>
              </a:graphicData>
            </a:graphic>
          </p:graphicFrame>
        </mc:Fallback>
      </mc:AlternateContent>
      <p:sp>
        <p:nvSpPr>
          <p:cNvPr id="42" name="TextBox 41">
            <a:extLst>
              <a:ext uri="{FF2B5EF4-FFF2-40B4-BE49-F238E27FC236}">
                <a16:creationId xmlns:a16="http://schemas.microsoft.com/office/drawing/2014/main" id="{BC92E51F-AC86-C7BA-BC66-C22BE53F9E0D}"/>
              </a:ext>
            </a:extLst>
          </p:cNvPr>
          <p:cNvSpPr txBox="1"/>
          <p:nvPr/>
        </p:nvSpPr>
        <p:spPr>
          <a:xfrm>
            <a:off x="1721872" y="7657387"/>
            <a:ext cx="3230335" cy="276999"/>
          </a:xfrm>
          <a:prstGeom prst="rect">
            <a:avLst/>
          </a:prstGeom>
          <a:noFill/>
        </p:spPr>
        <p:txBody>
          <a:bodyPr wrap="square" rtlCol="0">
            <a:spAutoFit/>
          </a:bodyPr>
          <a:lstStyle/>
          <a:p>
            <a:r>
              <a:rPr lang="en-US" sz="1200" dirty="0"/>
              <a:t>1. Work out the answers to the following:</a:t>
            </a:r>
          </a:p>
        </p:txBody>
      </p:sp>
      <p:sp>
        <p:nvSpPr>
          <p:cNvPr id="43" name="Rectangle 42">
            <a:extLst>
              <a:ext uri="{FF2B5EF4-FFF2-40B4-BE49-F238E27FC236}">
                <a16:creationId xmlns:a16="http://schemas.microsoft.com/office/drawing/2014/main" id="{0568CFB7-3BAB-2B2F-591C-72BDF11640EF}"/>
              </a:ext>
            </a:extLst>
          </p:cNvPr>
          <p:cNvSpPr/>
          <p:nvPr/>
        </p:nvSpPr>
        <p:spPr>
          <a:xfrm>
            <a:off x="153061" y="7611667"/>
            <a:ext cx="1582715"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9" name="Rectangle 8">
            <a:extLst>
              <a:ext uri="{FF2B5EF4-FFF2-40B4-BE49-F238E27FC236}">
                <a16:creationId xmlns:a16="http://schemas.microsoft.com/office/drawing/2014/main" id="{577F1067-6EDC-EC73-FCDC-1E26CEF8CEC4}"/>
              </a:ext>
            </a:extLst>
          </p:cNvPr>
          <p:cNvSpPr/>
          <p:nvPr/>
        </p:nvSpPr>
        <p:spPr>
          <a:xfrm>
            <a:off x="148502" y="1481844"/>
            <a:ext cx="6522600" cy="11604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200" b="1" u="sng" dirty="0">
                <a:solidFill>
                  <a:sysClr val="windowText" lastClr="000000"/>
                </a:solidFill>
              </a:rPr>
              <a:t>Introduction –</a:t>
            </a:r>
            <a:br>
              <a:rPr lang="en-GB" sz="1200" b="1" u="sng" dirty="0">
                <a:solidFill>
                  <a:sysClr val="windowText" lastClr="000000"/>
                </a:solidFill>
              </a:rPr>
            </a:br>
            <a:r>
              <a:rPr lang="en-US" sz="1200" dirty="0">
                <a:solidFill>
                  <a:sysClr val="windowText" lastClr="000000"/>
                </a:solidFill>
              </a:rPr>
              <a:t>In this unit so far, you’ve built strong foundations using the four operations. Now, you’ll apply that knowledge to solve problems using the correct order of operations. The order of operations follows a specific sequence: brackets first, then multiplication and division (from left to right), followed by addition and subtraction (from left to right). Understanding and applying this order is essential for solving multi-step problems accurately.</a:t>
            </a:r>
            <a:endParaRPr lang="en-GB" sz="1200" dirty="0">
              <a:solidFill>
                <a:sysClr val="windowText" lastClr="000000"/>
              </a:solidFill>
            </a:endParaRPr>
          </a:p>
        </p:txBody>
      </p:sp>
      <p:sp>
        <p:nvSpPr>
          <p:cNvPr id="11" name="TextBox 10">
            <a:extLst>
              <a:ext uri="{FF2B5EF4-FFF2-40B4-BE49-F238E27FC236}">
                <a16:creationId xmlns:a16="http://schemas.microsoft.com/office/drawing/2014/main" id="{D84F4482-B7D2-70C0-0FAD-97755B5C1CD2}"/>
              </a:ext>
            </a:extLst>
          </p:cNvPr>
          <p:cNvSpPr txBox="1"/>
          <p:nvPr/>
        </p:nvSpPr>
        <p:spPr>
          <a:xfrm>
            <a:off x="72414" y="4997719"/>
            <a:ext cx="6785586" cy="461665"/>
          </a:xfrm>
          <a:prstGeom prst="rect">
            <a:avLst/>
          </a:prstGeom>
          <a:noFill/>
        </p:spPr>
        <p:txBody>
          <a:bodyPr wrap="square" rtlCol="0">
            <a:spAutoFit/>
          </a:bodyPr>
          <a:lstStyle/>
          <a:p>
            <a:r>
              <a:rPr lang="en-GB" sz="1200" b="1" dirty="0"/>
              <a:t>When calculations have only addition and subtraction OR only multiplication and division, work from left to right.</a:t>
            </a:r>
          </a:p>
        </p:txBody>
      </p:sp>
    </p:spTree>
    <p:extLst>
      <p:ext uri="{BB962C8B-B14F-4D97-AF65-F5344CB8AC3E}">
        <p14:creationId xmlns:p14="http://schemas.microsoft.com/office/powerpoint/2010/main" val="1204484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FC38B53-9083-8E55-4753-0464A69B97C1}"/>
                  </a:ext>
                </a:extLst>
              </p:cNvPr>
              <p:cNvGraphicFramePr>
                <a:graphicFrameLocks noGrp="1"/>
              </p:cNvGraphicFramePr>
              <p:nvPr>
                <p:extLst>
                  <p:ext uri="{D42A27DB-BD31-4B8C-83A1-F6EECF244321}">
                    <p14:modId xmlns:p14="http://schemas.microsoft.com/office/powerpoint/2010/main" val="214750751"/>
                  </p:ext>
                </p:extLst>
              </p:nvPr>
            </p:nvGraphicFramePr>
            <p:xfrm>
              <a:off x="163614" y="99798"/>
              <a:ext cx="6530772" cy="2772000"/>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2596595553"/>
                        </a:ext>
                      </a:extLst>
                    </a:gridCol>
                    <a:gridCol w="4924927">
                      <a:extLst>
                        <a:ext uri="{9D8B030D-6E8A-4147-A177-3AD203B41FA5}">
                          <a16:colId xmlns:a16="http://schemas.microsoft.com/office/drawing/2014/main" val="1484641352"/>
                        </a:ext>
                      </a:extLst>
                    </a:gridCol>
                  </a:tblGrid>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d) </a:t>
                          </a:r>
                          <a14:m>
                            <m:oMath xmlns:m="http://schemas.openxmlformats.org/officeDocument/2006/math">
                              <m:r>
                                <a:rPr lang="en-GB" sz="1200" b="0" i="1" smtClean="0">
                                  <a:solidFill>
                                    <a:schemeClr val="tx1"/>
                                  </a:solidFill>
                                  <a:latin typeface="Cambria Math" panose="02040503050406030204" pitchFamily="18" charset="0"/>
                                </a:rPr>
                                <m:t>2×9÷6</m:t>
                              </m:r>
                            </m:oMath>
                          </a14:m>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785795"/>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i="1" smtClean="0">
                                  <a:latin typeface="Cambria Math" panose="02040503050406030204" pitchFamily="18" charset="0"/>
                                </a:rPr>
                                <m:t>9</m:t>
                              </m:r>
                              <m:r>
                                <a:rPr lang="en-GB" sz="1200" b="0" i="1" smtClean="0">
                                  <a:latin typeface="Cambria Math" panose="02040503050406030204" pitchFamily="18" charset="0"/>
                                </a:rPr>
                                <m:t>÷3×2 </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6214131"/>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i="1" dirty="0" smtClean="0">
                                  <a:latin typeface="Cambria Math" panose="02040503050406030204" pitchFamily="18" charset="0"/>
                                </a:rPr>
                                <m:t>1</m:t>
                              </m:r>
                              <m:r>
                                <a:rPr lang="en-GB" sz="1200" b="0" i="1" dirty="0" smtClean="0">
                                  <a:latin typeface="Cambria Math" panose="02040503050406030204" pitchFamily="18" charset="0"/>
                                </a:rPr>
                                <m:t>1 −3 −1</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7060163"/>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7 −3+7</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995790"/>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6×3÷8</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983306"/>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7 −4+3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98691"/>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2÷3×7</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0826592"/>
                      </a:ext>
                    </a:extLst>
                  </a:tr>
                </a:tbl>
              </a:graphicData>
            </a:graphic>
          </p:graphicFrame>
        </mc:Choice>
        <mc:Fallback xmlns="">
          <p:graphicFrame>
            <p:nvGraphicFramePr>
              <p:cNvPr id="4" name="Table 3">
                <a:extLst>
                  <a:ext uri="{FF2B5EF4-FFF2-40B4-BE49-F238E27FC236}">
                    <a16:creationId xmlns:a16="http://schemas.microsoft.com/office/drawing/2014/main" id="{5FC38B53-9083-8E55-4753-0464A69B97C1}"/>
                  </a:ext>
                </a:extLst>
              </p:cNvPr>
              <p:cNvGraphicFramePr>
                <a:graphicFrameLocks noGrp="1"/>
              </p:cNvGraphicFramePr>
              <p:nvPr>
                <p:extLst>
                  <p:ext uri="{D42A27DB-BD31-4B8C-83A1-F6EECF244321}">
                    <p14:modId xmlns:p14="http://schemas.microsoft.com/office/powerpoint/2010/main" val="214750751"/>
                  </p:ext>
                </p:extLst>
              </p:nvPr>
            </p:nvGraphicFramePr>
            <p:xfrm>
              <a:off x="163614" y="99798"/>
              <a:ext cx="6530772" cy="2772000"/>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2596595553"/>
                        </a:ext>
                      </a:extLst>
                    </a:gridCol>
                    <a:gridCol w="4924927">
                      <a:extLst>
                        <a:ext uri="{9D8B030D-6E8A-4147-A177-3AD203B41FA5}">
                          <a16:colId xmlns:a16="http://schemas.microsoft.com/office/drawing/2014/main" val="1484641352"/>
                        </a:ext>
                      </a:extLst>
                    </a:gridCol>
                  </a:tblGrid>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1538" r="-307197" b="-6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785795"/>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101538" r="-307197" b="-5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6214131"/>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201538" r="-307197" b="-4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7060163"/>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296970" r="-307197" b="-29848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995790"/>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403077" r="-307197" b="-20307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983306"/>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503077" r="-307197" b="-10307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98691"/>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603077" r="-307197" b="-307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082659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D318C50-1892-E994-9D45-20A8A561E321}"/>
                  </a:ext>
                </a:extLst>
              </p:cNvPr>
              <p:cNvGraphicFramePr>
                <a:graphicFrameLocks noGrp="1"/>
              </p:cNvGraphicFramePr>
              <p:nvPr/>
            </p:nvGraphicFramePr>
            <p:xfrm>
              <a:off x="163614" y="3455943"/>
              <a:ext cx="6530772" cy="1831785"/>
            </p:xfrm>
            <a:graphic>
              <a:graphicData uri="http://schemas.openxmlformats.org/drawingml/2006/table">
                <a:tbl>
                  <a:tblPr firstRow="1" bandRow="1">
                    <a:tableStyleId>{5C22544A-7EE6-4342-B048-85BDC9FD1C3A}</a:tableStyleId>
                  </a:tblPr>
                  <a:tblGrid>
                    <a:gridCol w="1710906">
                      <a:extLst>
                        <a:ext uri="{9D8B030D-6E8A-4147-A177-3AD203B41FA5}">
                          <a16:colId xmlns:a16="http://schemas.microsoft.com/office/drawing/2014/main" val="1568142362"/>
                        </a:ext>
                      </a:extLst>
                    </a:gridCol>
                    <a:gridCol w="1606622">
                      <a:extLst>
                        <a:ext uri="{9D8B030D-6E8A-4147-A177-3AD203B41FA5}">
                          <a16:colId xmlns:a16="http://schemas.microsoft.com/office/drawing/2014/main" val="3551711160"/>
                        </a:ext>
                      </a:extLst>
                    </a:gridCol>
                    <a:gridCol w="1606622">
                      <a:extLst>
                        <a:ext uri="{9D8B030D-6E8A-4147-A177-3AD203B41FA5}">
                          <a16:colId xmlns:a16="http://schemas.microsoft.com/office/drawing/2014/main" val="1712497518"/>
                        </a:ext>
                      </a:extLst>
                    </a:gridCol>
                    <a:gridCol w="1606622">
                      <a:extLst>
                        <a:ext uri="{9D8B030D-6E8A-4147-A177-3AD203B41FA5}">
                          <a16:colId xmlns:a16="http://schemas.microsoft.com/office/drawing/2014/main" val="886122921"/>
                        </a:ext>
                      </a:extLst>
                    </a:gridCol>
                  </a:tblGrid>
                  <a:tr h="27730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16152">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2) Determine the correct order to perform the calculation. </a:t>
                          </a:r>
                          <a:r>
                            <a:rPr lang="en-US" sz="1200" dirty="0">
                              <a:solidFill>
                                <a:schemeClr val="tx1"/>
                              </a:solidFill>
                            </a:rPr>
                            <a:t>(</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t>
                          </a:r>
                          <a:r>
                            <a:rPr lang="en-US" sz="1200" baseline="0" dirty="0">
                              <a:solidFill>
                                <a:schemeClr val="tx1"/>
                              </a:solidFill>
                            </a:rPr>
                            <a:t>before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r>
                                  <a:rPr lang="en-GB" sz="1200" b="0" i="1" baseline="0" smtClean="0">
                                    <a:solidFill>
                                      <a:schemeClr val="tx1"/>
                                    </a:solidFill>
                                    <a:latin typeface="Cambria Math" panose="02040503050406030204" pitchFamily="18" charset="0"/>
                                    <a:ea typeface="Cambria Math" panose="02040503050406030204" pitchFamily="18" charset="0"/>
                                  </a:rPr>
                                  <m:t>+3×2</m:t>
                                </m:r>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7+10 </m:t>
                                </m:r>
                                <m:r>
                                  <a:rPr lang="en-GB" sz="1200" b="0" i="1" baseline="0" smtClean="0">
                                    <a:solidFill>
                                      <a:schemeClr val="tx1"/>
                                    </a:solidFill>
                                    <a:latin typeface="Cambria Math" panose="02040503050406030204" pitchFamily="18" charset="0"/>
                                    <a:ea typeface="Cambria Math" panose="02040503050406030204" pitchFamily="18" charset="0"/>
                                  </a:rPr>
                                  <m:t>÷5</m:t>
                                </m:r>
                              </m:oMath>
                            </m:oMathPara>
                          </a14:m>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18−6</m:t>
                                </m:r>
                                <m:r>
                                  <a:rPr lang="en-GB" sz="1200" b="0" i="1" baseline="0" smtClean="0">
                                    <a:solidFill>
                                      <a:schemeClr val="tx1"/>
                                    </a:solidFill>
                                    <a:latin typeface="Cambria Math" panose="02040503050406030204" pitchFamily="18" charset="0"/>
                                    <a:ea typeface="Cambria Math" panose="02040503050406030204" pitchFamily="18" charset="0"/>
                                  </a:rPr>
                                  <m:t>÷2</m:t>
                                </m:r>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5" name="Table 4">
                <a:extLst>
                  <a:ext uri="{FF2B5EF4-FFF2-40B4-BE49-F238E27FC236}">
                    <a16:creationId xmlns:a16="http://schemas.microsoft.com/office/drawing/2014/main" id="{3D318C50-1892-E994-9D45-20A8A561E321}"/>
                  </a:ext>
                </a:extLst>
              </p:cNvPr>
              <p:cNvGraphicFramePr>
                <a:graphicFrameLocks noGrp="1"/>
              </p:cNvGraphicFramePr>
              <p:nvPr/>
            </p:nvGraphicFramePr>
            <p:xfrm>
              <a:off x="163614" y="3455943"/>
              <a:ext cx="6530772" cy="1831785"/>
            </p:xfrm>
            <a:graphic>
              <a:graphicData uri="http://schemas.openxmlformats.org/drawingml/2006/table">
                <a:tbl>
                  <a:tblPr firstRow="1" bandRow="1">
                    <a:tableStyleId>{5C22544A-7EE6-4342-B048-85BDC9FD1C3A}</a:tableStyleId>
                  </a:tblPr>
                  <a:tblGrid>
                    <a:gridCol w="1710906">
                      <a:extLst>
                        <a:ext uri="{9D8B030D-6E8A-4147-A177-3AD203B41FA5}">
                          <a16:colId xmlns:a16="http://schemas.microsoft.com/office/drawing/2014/main" val="1568142362"/>
                        </a:ext>
                      </a:extLst>
                    </a:gridCol>
                    <a:gridCol w="1606622">
                      <a:extLst>
                        <a:ext uri="{9D8B030D-6E8A-4147-A177-3AD203B41FA5}">
                          <a16:colId xmlns:a16="http://schemas.microsoft.com/office/drawing/2014/main" val="3551711160"/>
                        </a:ext>
                      </a:extLst>
                    </a:gridCol>
                    <a:gridCol w="1606622">
                      <a:extLst>
                        <a:ext uri="{9D8B030D-6E8A-4147-A177-3AD203B41FA5}">
                          <a16:colId xmlns:a16="http://schemas.microsoft.com/office/drawing/2014/main" val="1712497518"/>
                        </a:ext>
                      </a:extLst>
                    </a:gridCol>
                    <a:gridCol w="1606622">
                      <a:extLst>
                        <a:ext uri="{9D8B030D-6E8A-4147-A177-3AD203B41FA5}">
                          <a16:colId xmlns:a16="http://schemas.microsoft.com/office/drawing/2014/main" val="886122921"/>
                        </a:ext>
                      </a:extLst>
                    </a:gridCol>
                  </a:tblGrid>
                  <a:tr h="27730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544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 t="-18359" r="-282562"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6818" t="-18359" r="-200758"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6818" t="-18359" r="-100758"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6818" t="-18359" r="-758" b="-2734"/>
                          </a:stretch>
                        </a:blipFill>
                      </a:tcPr>
                    </a:tc>
                    <a:extLst>
                      <a:ext uri="{0D108BD9-81ED-4DB2-BD59-A6C34878D82A}">
                        <a16:rowId xmlns:a16="http://schemas.microsoft.com/office/drawing/2014/main" val="3293625240"/>
                      </a:ext>
                    </a:extLst>
                  </a:tr>
                </a:tbl>
              </a:graphicData>
            </a:graphic>
          </p:graphicFrame>
        </mc:Fallback>
      </mc:AlternateContent>
      <p:sp>
        <p:nvSpPr>
          <p:cNvPr id="6" name="TextBox 5">
            <a:extLst>
              <a:ext uri="{FF2B5EF4-FFF2-40B4-BE49-F238E27FC236}">
                <a16:creationId xmlns:a16="http://schemas.microsoft.com/office/drawing/2014/main" id="{7912C6CE-A12A-93DA-6F70-715CD752A5D7}"/>
              </a:ext>
            </a:extLst>
          </p:cNvPr>
          <p:cNvSpPr txBox="1"/>
          <p:nvPr/>
        </p:nvSpPr>
        <p:spPr>
          <a:xfrm>
            <a:off x="2038655" y="3210485"/>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7" name="TextBox 6">
            <a:extLst>
              <a:ext uri="{FF2B5EF4-FFF2-40B4-BE49-F238E27FC236}">
                <a16:creationId xmlns:a16="http://schemas.microsoft.com/office/drawing/2014/main" id="{57CDD418-8FBF-67C9-8B36-D1B65A5EF64B}"/>
              </a:ext>
            </a:extLst>
          </p:cNvPr>
          <p:cNvSpPr txBox="1"/>
          <p:nvPr/>
        </p:nvSpPr>
        <p:spPr>
          <a:xfrm>
            <a:off x="5178537" y="3212640"/>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8" name="TextBox 7">
            <a:extLst>
              <a:ext uri="{FF2B5EF4-FFF2-40B4-BE49-F238E27FC236}">
                <a16:creationId xmlns:a16="http://schemas.microsoft.com/office/drawing/2014/main" id="{3EFFC3EC-FEAE-3189-57CF-20ED29896AEF}"/>
              </a:ext>
            </a:extLst>
          </p:cNvPr>
          <p:cNvSpPr txBox="1"/>
          <p:nvPr/>
        </p:nvSpPr>
        <p:spPr>
          <a:xfrm>
            <a:off x="3492245" y="3210485"/>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
        <p:nvSpPr>
          <p:cNvPr id="12" name="Rectangle 11">
            <a:extLst>
              <a:ext uri="{FF2B5EF4-FFF2-40B4-BE49-F238E27FC236}">
                <a16:creationId xmlns:a16="http://schemas.microsoft.com/office/drawing/2014/main" id="{2BE1B70F-D47F-6356-BA0D-AE8BCADE332A}"/>
              </a:ext>
            </a:extLst>
          </p:cNvPr>
          <p:cNvSpPr/>
          <p:nvPr/>
        </p:nvSpPr>
        <p:spPr>
          <a:xfrm>
            <a:off x="152228" y="5377384"/>
            <a:ext cx="1600372" cy="277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D2496B0B-374B-4003-A185-98424BAC51D6}"/>
                  </a:ext>
                </a:extLst>
              </p:cNvPr>
              <p:cNvGraphicFramePr>
                <a:graphicFrameLocks noGrp="1"/>
              </p:cNvGraphicFramePr>
              <p:nvPr>
                <p:extLst>
                  <p:ext uri="{D42A27DB-BD31-4B8C-83A1-F6EECF244321}">
                    <p14:modId xmlns:p14="http://schemas.microsoft.com/office/powerpoint/2010/main" val="3966160939"/>
                  </p:ext>
                </p:extLst>
              </p:nvPr>
            </p:nvGraphicFramePr>
            <p:xfrm>
              <a:off x="146611" y="5713064"/>
              <a:ext cx="6530772" cy="110486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577735621"/>
                        </a:ext>
                      </a:extLst>
                    </a:gridCol>
                    <a:gridCol w="4924927">
                      <a:extLst>
                        <a:ext uri="{9D8B030D-6E8A-4147-A177-3AD203B41FA5}">
                          <a16:colId xmlns:a16="http://schemas.microsoft.com/office/drawing/2014/main" val="1734380290"/>
                        </a:ext>
                      </a:extLst>
                    </a:gridCol>
                  </a:tblGrid>
                  <a:tr h="230536">
                    <a:tc>
                      <a:txBody>
                        <a:bodyPr/>
                        <a:lstStyle/>
                        <a:p>
                          <a:pPr algn="ctr"/>
                          <a:r>
                            <a:rPr lang="en-GB"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8146770"/>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r>
                                <a:rPr lang="en-GB" sz="1200" b="0" i="1" smtClean="0">
                                  <a:latin typeface="Cambria Math" panose="02040503050406030204" pitchFamily="18" charset="0"/>
                                </a:rPr>
                                <m:t>7</m:t>
                              </m:r>
                              <m:r>
                                <a:rPr lang="en-GB" sz="1200" b="0" i="1" smtClean="0">
                                  <a:latin typeface="Cambria Math" panose="02040503050406030204" pitchFamily="18" charset="0"/>
                                  <a:ea typeface="Cambria Math" panose="02040503050406030204" pitchFamily="18" charset="0"/>
                                </a:rPr>
                                <m:t>+2×3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8628785"/>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r>
                                <a:rPr lang="en-GB" sz="1200" b="0" i="0" smtClean="0">
                                  <a:latin typeface="Cambria Math" panose="02040503050406030204" pitchFamily="18" charset="0"/>
                                  <a:ea typeface="Cambria Math" panose="02040503050406030204" pitchFamily="18" charset="0"/>
                                </a:rPr>
                                <m:t>9</m:t>
                              </m:r>
                              <m:r>
                                <a:rPr lang="en-GB" sz="1200" b="0" i="1" smtClean="0">
                                  <a:latin typeface="Cambria Math" panose="02040503050406030204" pitchFamily="18" charset="0"/>
                                  <a:ea typeface="Cambria Math" panose="02040503050406030204" pitchFamily="18" charset="0"/>
                                </a:rPr>
                                <m:t>+4×2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521758"/>
                      </a:ext>
                    </a:extLst>
                  </a:tr>
                </a:tbl>
              </a:graphicData>
            </a:graphic>
          </p:graphicFrame>
        </mc:Choice>
        <mc:Fallback xmlns="">
          <p:graphicFrame>
            <p:nvGraphicFramePr>
              <p:cNvPr id="14" name="Table 13">
                <a:extLst>
                  <a:ext uri="{FF2B5EF4-FFF2-40B4-BE49-F238E27FC236}">
                    <a16:creationId xmlns:a16="http://schemas.microsoft.com/office/drawing/2014/main" id="{D2496B0B-374B-4003-A185-98424BAC51D6}"/>
                  </a:ext>
                </a:extLst>
              </p:cNvPr>
              <p:cNvGraphicFramePr>
                <a:graphicFrameLocks noGrp="1"/>
              </p:cNvGraphicFramePr>
              <p:nvPr>
                <p:extLst>
                  <p:ext uri="{D42A27DB-BD31-4B8C-83A1-F6EECF244321}">
                    <p14:modId xmlns:p14="http://schemas.microsoft.com/office/powerpoint/2010/main" val="3966160939"/>
                  </p:ext>
                </p:extLst>
              </p:nvPr>
            </p:nvGraphicFramePr>
            <p:xfrm>
              <a:off x="146611" y="5713064"/>
              <a:ext cx="6530772" cy="110486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577735621"/>
                        </a:ext>
                      </a:extLst>
                    </a:gridCol>
                    <a:gridCol w="4924927">
                      <a:extLst>
                        <a:ext uri="{9D8B030D-6E8A-4147-A177-3AD203B41FA5}">
                          <a16:colId xmlns:a16="http://schemas.microsoft.com/office/drawing/2014/main" val="1734380290"/>
                        </a:ext>
                      </a:extLst>
                    </a:gridCol>
                  </a:tblGrid>
                  <a:tr h="297180">
                    <a:tc>
                      <a:txBody>
                        <a:bodyPr/>
                        <a:lstStyle/>
                        <a:p>
                          <a:pPr algn="ctr"/>
                          <a:r>
                            <a:rPr lang="en-GB"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814677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9" t="-75758" r="-306818" b="-1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8628785"/>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9" t="-173134" r="-306818" b="-298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521758"/>
                      </a:ext>
                    </a:extLst>
                  </a:tr>
                </a:tbl>
              </a:graphicData>
            </a:graphic>
          </p:graphicFrame>
        </mc:Fallback>
      </mc:AlternateContent>
      <p:sp>
        <p:nvSpPr>
          <p:cNvPr id="15" name="Slide Number Placeholder 14">
            <a:extLst>
              <a:ext uri="{FF2B5EF4-FFF2-40B4-BE49-F238E27FC236}">
                <a16:creationId xmlns:a16="http://schemas.microsoft.com/office/drawing/2014/main" id="{E09986ED-5484-CD3E-47EF-7D139B1C8D8D}"/>
              </a:ext>
            </a:extLst>
          </p:cNvPr>
          <p:cNvSpPr>
            <a:spLocks noGrp="1"/>
          </p:cNvSpPr>
          <p:nvPr>
            <p:ph type="sldNum" sz="quarter" idx="12"/>
          </p:nvPr>
        </p:nvSpPr>
        <p:spPr>
          <a:xfrm>
            <a:off x="5223510" y="9481540"/>
            <a:ext cx="1543050" cy="527403"/>
          </a:xfrm>
        </p:spPr>
        <p:txBody>
          <a:bodyPr/>
          <a:lstStyle/>
          <a:p>
            <a:fld id="{086C3A38-D272-42AA-9C88-F1FBEAE20D2C}" type="slidenum">
              <a:rPr lang="en-GB" smtClean="0"/>
              <a:t>24</a:t>
            </a:fld>
            <a:endParaRPr lang="en-GB" dirty="0"/>
          </a:p>
        </p:txBody>
      </p:sp>
      <p:sp>
        <p:nvSpPr>
          <p:cNvPr id="16" name="TextBox 15">
            <a:extLst>
              <a:ext uri="{FF2B5EF4-FFF2-40B4-BE49-F238E27FC236}">
                <a16:creationId xmlns:a16="http://schemas.microsoft.com/office/drawing/2014/main" id="{B61C2B78-12FE-9E51-C0FE-7EBD6252890B}"/>
              </a:ext>
            </a:extLst>
          </p:cNvPr>
          <p:cNvSpPr txBox="1"/>
          <p:nvPr/>
        </p:nvSpPr>
        <p:spPr>
          <a:xfrm>
            <a:off x="1752600" y="5388010"/>
            <a:ext cx="3230335" cy="276999"/>
          </a:xfrm>
          <a:prstGeom prst="rect">
            <a:avLst/>
          </a:prstGeom>
          <a:noFill/>
        </p:spPr>
        <p:txBody>
          <a:bodyPr wrap="square" rtlCol="0">
            <a:spAutoFit/>
          </a:bodyPr>
          <a:lstStyle/>
          <a:p>
            <a:r>
              <a:rPr lang="en-US" sz="1200" dirty="0"/>
              <a:t>2. Work out the answers to the following:</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07006F5-E911-4EF9-34DB-51FB9F5DE2AD}"/>
                  </a:ext>
                </a:extLst>
              </p:cNvPr>
              <p:cNvSpPr/>
              <p:nvPr/>
            </p:nvSpPr>
            <p:spPr>
              <a:xfrm>
                <a:off x="163614" y="2922220"/>
                <a:ext cx="2640546" cy="30244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with </a:t>
                </a:r>
                <a14:m>
                  <m:oMath xmlns:m="http://schemas.openxmlformats.org/officeDocument/2006/math">
                    <m:r>
                      <a:rPr lang="en-US" sz="1200" i="1" smtClean="0">
                        <a:solidFill>
                          <a:schemeClr val="bg1"/>
                        </a:solidFill>
                        <a:latin typeface="Cambria Math" panose="02040503050406030204" pitchFamily="18" charset="0"/>
                        <a:ea typeface="Cambria Math" panose="02040503050406030204" pitchFamily="18" charset="0"/>
                      </a:rPr>
                      <m:t>×</m:t>
                    </m:r>
                    <m:r>
                      <a:rPr lang="en-GB" sz="1200" b="0" i="1" smtClean="0">
                        <a:solidFill>
                          <a:schemeClr val="bg1"/>
                        </a:solidFill>
                        <a:latin typeface="Cambria Math" panose="02040503050406030204" pitchFamily="18" charset="0"/>
                        <a:ea typeface="Cambria Math" panose="02040503050406030204" pitchFamily="18" charset="0"/>
                      </a:rPr>
                      <m:t>/÷/</m:t>
                    </m:r>
                    <m:r>
                      <a:rPr lang="en-US" sz="1200" i="1" smtClean="0">
                        <a:solidFill>
                          <a:schemeClr val="bg1"/>
                        </a:solidFill>
                        <a:latin typeface="Cambria Math" panose="02040503050406030204" pitchFamily="18" charset="0"/>
                        <a:ea typeface="Cambria Math" panose="02040503050406030204" pitchFamily="18" charset="0"/>
                      </a:rPr>
                      <m:t>+</m:t>
                    </m:r>
                    <m:r>
                      <a:rPr lang="en-GB" sz="1200" b="0" i="1" smtClean="0">
                        <a:solidFill>
                          <a:schemeClr val="bg1"/>
                        </a:solidFill>
                        <a:latin typeface="Cambria Math" panose="02040503050406030204" pitchFamily="18" charset="0"/>
                        <a:ea typeface="Cambria Math" panose="02040503050406030204" pitchFamily="18" charset="0"/>
                      </a:rPr>
                      <m:t>/−</m:t>
                    </m:r>
                  </m:oMath>
                </a14:m>
                <a:endParaRPr lang="en-GB" sz="1200" dirty="0">
                  <a:solidFill>
                    <a:schemeClr val="bg1"/>
                  </a:solidFill>
                </a:endParaRPr>
              </a:p>
            </p:txBody>
          </p:sp>
        </mc:Choice>
        <mc:Fallback xmlns="">
          <p:sp>
            <p:nvSpPr>
              <p:cNvPr id="17" name="Rectangle 16">
                <a:extLst>
                  <a:ext uri="{FF2B5EF4-FFF2-40B4-BE49-F238E27FC236}">
                    <a16:creationId xmlns:a16="http://schemas.microsoft.com/office/drawing/2014/main" id="{A07006F5-E911-4EF9-34DB-51FB9F5DE2AD}"/>
                  </a:ext>
                </a:extLst>
              </p:cNvPr>
              <p:cNvSpPr>
                <a:spLocks noRot="1" noChangeAspect="1" noMove="1" noResize="1" noEditPoints="1" noAdjustHandles="1" noChangeArrowheads="1" noChangeShapeType="1" noTextEdit="1"/>
              </p:cNvSpPr>
              <p:nvPr/>
            </p:nvSpPr>
            <p:spPr>
              <a:xfrm>
                <a:off x="163614" y="2922220"/>
                <a:ext cx="2640546" cy="302444"/>
              </a:xfrm>
              <a:prstGeom prst="rect">
                <a:avLst/>
              </a:prstGeom>
              <a:blipFill>
                <a:blip r:embed="rId5"/>
                <a:stretch>
                  <a:fillRect l="-231" b="-1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DB51928-D9CE-6E7B-BDBE-9AFA05159B87}"/>
                  </a:ext>
                </a:extLst>
              </p:cNvPr>
              <p:cNvGraphicFramePr>
                <a:graphicFrameLocks noGrp="1"/>
              </p:cNvGraphicFramePr>
              <p:nvPr>
                <p:extLst>
                  <p:ext uri="{D42A27DB-BD31-4B8C-83A1-F6EECF244321}">
                    <p14:modId xmlns:p14="http://schemas.microsoft.com/office/powerpoint/2010/main" val="1072558921"/>
                  </p:ext>
                </p:extLst>
              </p:nvPr>
            </p:nvGraphicFramePr>
            <p:xfrm>
              <a:off x="148374" y="6817916"/>
              <a:ext cx="6530772" cy="282690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1569077143"/>
                        </a:ext>
                      </a:extLst>
                    </a:gridCol>
                    <a:gridCol w="4924927">
                      <a:extLst>
                        <a:ext uri="{9D8B030D-6E8A-4147-A177-3AD203B41FA5}">
                          <a16:colId xmlns:a16="http://schemas.microsoft.com/office/drawing/2014/main" val="2365654555"/>
                        </a:ext>
                      </a:extLst>
                    </a:gridCol>
                  </a:tblGrid>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d) </a:t>
                          </a:r>
                          <a14:m>
                            <m:oMath xmlns:m="http://schemas.openxmlformats.org/officeDocument/2006/math">
                              <m:r>
                                <a:rPr lang="en-GB" sz="1200" i="1">
                                  <a:solidFill>
                                    <a:schemeClr val="tx1"/>
                                  </a:solidFill>
                                  <a:latin typeface="Cambria Math" panose="02040503050406030204" pitchFamily="18" charset="0"/>
                                </a:rPr>
                                <m:t>1</m:t>
                              </m:r>
                              <m:r>
                                <a:rPr lang="en-GB" sz="1200" b="0" i="1" smtClean="0">
                                  <a:solidFill>
                                    <a:schemeClr val="tx1"/>
                                  </a:solidFill>
                                  <a:latin typeface="Cambria Math" panose="02040503050406030204" pitchFamily="18" charset="0"/>
                                </a:rPr>
                                <m:t>8</m:t>
                              </m:r>
                              <m:r>
                                <a:rPr lang="en-GB" sz="1200" b="0" i="1" smtClean="0">
                                  <a:solidFill>
                                    <a:schemeClr val="tx1"/>
                                  </a:solidFill>
                                  <a:latin typeface="Cambria Math" panose="02040503050406030204" pitchFamily="18" charset="0"/>
                                  <a:ea typeface="Cambria Math" panose="02040503050406030204" pitchFamily="18" charset="0"/>
                                </a:rPr>
                                <m:t>+4÷2</m:t>
                              </m:r>
                            </m:oMath>
                          </a14:m>
                          <a:endParaRPr 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0197987"/>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i="1">
                                  <a:latin typeface="Cambria Math" panose="02040503050406030204" pitchFamily="18" charset="0"/>
                                </a:rPr>
                                <m:t>2</m:t>
                              </m:r>
                              <m:r>
                                <a:rPr lang="en-GB" sz="1200" b="0" i="1" smtClean="0">
                                  <a:latin typeface="Cambria Math" panose="02040503050406030204" pitchFamily="18" charset="0"/>
                                </a:rPr>
                                <m:t>0−5</m:t>
                              </m:r>
                              <m:r>
                                <a:rPr lang="en-GB" sz="1200" b="0" i="1" smtClean="0">
                                  <a:latin typeface="Cambria Math" panose="02040503050406030204" pitchFamily="18" charset="0"/>
                                  <a:ea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25522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i="1" dirty="0" smtClean="0">
                                  <a:latin typeface="Cambria Math" panose="02040503050406030204" pitchFamily="18" charset="0"/>
                                </a:rPr>
                                <m:t>8</m:t>
                              </m:r>
                              <m:r>
                                <a:rPr lang="en-GB" sz="1200" b="0" i="1" dirty="0" smtClean="0">
                                  <a:latin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835796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
                                <a:rPr lang="en-GB" sz="1200" i="1">
                                  <a:latin typeface="Cambria Math" panose="02040503050406030204" pitchFamily="18" charset="0"/>
                                </a:rPr>
                                <m:t>2</m:t>
                              </m:r>
                              <m:r>
                                <a:rPr lang="en-GB" sz="1200" b="0" i="1" smtClean="0">
                                  <a:latin typeface="Cambria Math" panose="02040503050406030204" pitchFamily="18" charset="0"/>
                                </a:rPr>
                                <m:t>1−9</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1914990"/>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00−40</m:t>
                              </m:r>
                              <m:r>
                                <a:rPr lang="en-GB" sz="1200" b="0" i="1" smtClean="0">
                                  <a:latin typeface="Cambria Math" panose="02040503050406030204" pitchFamily="18" charset="0"/>
                                  <a:ea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469751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6</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1−3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316698"/>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3−7</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1</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1493822"/>
                      </a:ext>
                    </a:extLst>
                  </a:tr>
                </a:tbl>
              </a:graphicData>
            </a:graphic>
          </p:graphicFrame>
        </mc:Choice>
        <mc:Fallback xmlns="">
          <p:graphicFrame>
            <p:nvGraphicFramePr>
              <p:cNvPr id="2" name="Table 1">
                <a:extLst>
                  <a:ext uri="{FF2B5EF4-FFF2-40B4-BE49-F238E27FC236}">
                    <a16:creationId xmlns:a16="http://schemas.microsoft.com/office/drawing/2014/main" id="{5DB51928-D9CE-6E7B-BDBE-9AFA05159B87}"/>
                  </a:ext>
                </a:extLst>
              </p:cNvPr>
              <p:cNvGraphicFramePr>
                <a:graphicFrameLocks noGrp="1"/>
              </p:cNvGraphicFramePr>
              <p:nvPr>
                <p:extLst>
                  <p:ext uri="{D42A27DB-BD31-4B8C-83A1-F6EECF244321}">
                    <p14:modId xmlns:p14="http://schemas.microsoft.com/office/powerpoint/2010/main" val="1072558921"/>
                  </p:ext>
                </p:extLst>
              </p:nvPr>
            </p:nvGraphicFramePr>
            <p:xfrm>
              <a:off x="148374" y="6817916"/>
              <a:ext cx="6530772" cy="282690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1569077143"/>
                        </a:ext>
                      </a:extLst>
                    </a:gridCol>
                    <a:gridCol w="4924927">
                      <a:extLst>
                        <a:ext uri="{9D8B030D-6E8A-4147-A177-3AD203B41FA5}">
                          <a16:colId xmlns:a16="http://schemas.microsoft.com/office/drawing/2014/main" val="2365654555"/>
                        </a:ext>
                      </a:extLst>
                    </a:gridCol>
                  </a:tblGrid>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1515" r="-306818" b="-607576"/>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0197987"/>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100000" r="-306818" b="-49850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25522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203030" r="-306818" b="-406061"/>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835796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298507" r="-306818" b="-30000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191499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404545" r="-306818" b="-2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469751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497015" r="-306818"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316698"/>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606061" r="-306818"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1493822"/>
                      </a:ext>
                    </a:extLst>
                  </a:tr>
                </a:tbl>
              </a:graphicData>
            </a:graphic>
          </p:graphicFrame>
        </mc:Fallback>
      </mc:AlternateContent>
    </p:spTree>
    <p:extLst>
      <p:ext uri="{BB962C8B-B14F-4D97-AF65-F5344CB8AC3E}">
        <p14:creationId xmlns:p14="http://schemas.microsoft.com/office/powerpoint/2010/main" val="1139679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2" name="Table 51">
                <a:extLst>
                  <a:ext uri="{FF2B5EF4-FFF2-40B4-BE49-F238E27FC236}">
                    <a16:creationId xmlns:a16="http://schemas.microsoft.com/office/drawing/2014/main" id="{423AC783-622E-4CCB-B4F2-2A16C242C5C6}"/>
                  </a:ext>
                </a:extLst>
              </p:cNvPr>
              <p:cNvGraphicFramePr>
                <a:graphicFrameLocks noGrp="1"/>
              </p:cNvGraphicFramePr>
              <p:nvPr/>
            </p:nvGraphicFramePr>
            <p:xfrm>
              <a:off x="157497" y="582880"/>
              <a:ext cx="6572478" cy="2938320"/>
            </p:xfrm>
            <a:graphic>
              <a:graphicData uri="http://schemas.openxmlformats.org/drawingml/2006/table">
                <a:tbl>
                  <a:tblPr firstRow="1" bandRow="1">
                    <a:tableStyleId>{5C22544A-7EE6-4342-B048-85BDC9FD1C3A}</a:tableStyleId>
                  </a:tblPr>
                  <a:tblGrid>
                    <a:gridCol w="1503663">
                      <a:extLst>
                        <a:ext uri="{9D8B030D-6E8A-4147-A177-3AD203B41FA5}">
                          <a16:colId xmlns:a16="http://schemas.microsoft.com/office/drawing/2014/main" val="1568142362"/>
                        </a:ext>
                      </a:extLst>
                    </a:gridCol>
                    <a:gridCol w="1689605">
                      <a:extLst>
                        <a:ext uri="{9D8B030D-6E8A-4147-A177-3AD203B41FA5}">
                          <a16:colId xmlns:a16="http://schemas.microsoft.com/office/drawing/2014/main" val="3551711160"/>
                        </a:ext>
                      </a:extLst>
                    </a:gridCol>
                    <a:gridCol w="1689605">
                      <a:extLst>
                        <a:ext uri="{9D8B030D-6E8A-4147-A177-3AD203B41FA5}">
                          <a16:colId xmlns:a16="http://schemas.microsoft.com/office/drawing/2014/main" val="1712497518"/>
                        </a:ext>
                      </a:extLst>
                    </a:gridCol>
                    <a:gridCol w="1689605">
                      <a:extLst>
                        <a:ext uri="{9D8B030D-6E8A-4147-A177-3AD203B41FA5}">
                          <a16:colId xmlns:a16="http://schemas.microsoft.com/office/drawing/2014/main" val="886122921"/>
                        </a:ext>
                      </a:extLst>
                    </a:gridCol>
                  </a:tblGrid>
                  <a:tr h="255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664000">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2) Determine the correct order to perform the calculation. </a:t>
                          </a:r>
                          <a:r>
                            <a:rPr lang="en-US" sz="1200" dirty="0">
                              <a:solidFill>
                                <a:schemeClr val="tx1"/>
                              </a:solidFill>
                            </a:rPr>
                            <a:t>(powers and roots, then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 </m:t>
                              </m:r>
                            </m:oMath>
                          </a14:m>
                          <a:r>
                            <a:rPr lang="en-US" sz="1200" dirty="0">
                              <a:solidFill>
                                <a:schemeClr val="tx1"/>
                              </a:solidFill>
                            </a:rPr>
                            <a:t> </a:t>
                          </a:r>
                          <a:r>
                            <a:rPr lang="en-US" sz="1200" baseline="0" dirty="0">
                              <a:solidFill>
                                <a:schemeClr val="tx1"/>
                              </a:solidFill>
                            </a:rPr>
                            <a:t>then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2</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7 − </m:t>
                                </m:r>
                                <m:rad>
                                  <m:radPr>
                                    <m:degHide m:val="on"/>
                                    <m:ctrlPr>
                                      <a:rPr lang="en-GB" sz="1200" b="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4</m:t>
                                    </m:r>
                                  </m:e>
                                </m:rad>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degHide m:val="on"/>
                                    <m:ctrlPr>
                                      <a:rPr lang="en-US" sz="120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19+6</m:t>
                                    </m:r>
                                  </m:e>
                                </m:rad>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3</m:t>
                                    </m:r>
                                  </m:e>
                                  <m:sup>
                                    <m:r>
                                      <a:rPr lang="en-GB" sz="1200" b="0" i="1" baseline="0" smtClean="0">
                                        <a:solidFill>
                                          <a:schemeClr val="tx1"/>
                                        </a:solidFill>
                                        <a:latin typeface="Cambria Math" panose="02040503050406030204" pitchFamily="18" charset="0"/>
                                      </a:rPr>
                                      <m:t>3</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baseline="0" dirty="0" smtClean="0">
                                        <a:solidFill>
                                          <a:schemeClr val="tx1"/>
                                        </a:solidFill>
                                        <a:latin typeface="Cambria Math" panose="02040503050406030204" pitchFamily="18" charset="0"/>
                                      </a:rPr>
                                    </m:ctrlPr>
                                  </m:radPr>
                                  <m:deg/>
                                  <m:e>
                                    <m:r>
                                      <a:rPr lang="en-GB" sz="1200" b="0" i="1" baseline="0" dirty="0" smtClean="0">
                                        <a:solidFill>
                                          <a:schemeClr val="tx1"/>
                                        </a:solidFill>
                                        <a:latin typeface="Cambria Math" panose="02040503050406030204" pitchFamily="18" charset="0"/>
                                      </a:rPr>
                                      <m:t>4</m:t>
                                    </m:r>
                                  </m:e>
                                </m:rad>
                                <m:r>
                                  <a:rPr lang="en-GB" sz="1200" b="0" i="1" baseline="0" smtClean="0">
                                    <a:solidFill>
                                      <a:schemeClr val="tx1"/>
                                    </a:solidFill>
                                    <a:latin typeface="Cambria Math" panose="02040503050406030204" pitchFamily="18" charset="0"/>
                                  </a:rPr>
                                  <m:t>+12</m:t>
                                </m:r>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ctrlPr>
                                      <a:rPr lang="en-GB" sz="1200" b="0" i="1" baseline="0" smtClean="0">
                                        <a:solidFill>
                                          <a:schemeClr val="tx1"/>
                                        </a:solidFill>
                                        <a:latin typeface="Cambria Math" panose="02040503050406030204" pitchFamily="18" charset="0"/>
                                      </a:rPr>
                                    </m:ctrlPr>
                                  </m:radPr>
                                  <m:deg>
                                    <m:r>
                                      <a:rPr lang="en-GB" sz="1200" b="0" i="1" baseline="0" smtClean="0">
                                        <a:solidFill>
                                          <a:schemeClr val="tx1"/>
                                        </a:solidFill>
                                        <a:latin typeface="Cambria Math" panose="02040503050406030204" pitchFamily="18" charset="0"/>
                                      </a:rPr>
                                      <m:t>3</m:t>
                                    </m:r>
                                  </m:deg>
                                  <m:e>
                                    <m:r>
                                      <a:rPr lang="en-GB" sz="1200" b="0" i="1" baseline="0" smtClean="0">
                                        <a:solidFill>
                                          <a:schemeClr val="tx1"/>
                                        </a:solidFill>
                                        <a:latin typeface="Cambria Math" panose="02040503050406030204" pitchFamily="18" charset="0"/>
                                      </a:rPr>
                                      <m:t>27</m:t>
                                    </m:r>
                                  </m:e>
                                </m:rad>
                                <m:r>
                                  <a:rPr lang="en-GB" sz="1200" b="0" i="1" baseline="0" smtClean="0">
                                    <a:solidFill>
                                      <a:schemeClr val="tx1"/>
                                    </a:solidFill>
                                    <a:latin typeface="Cambria Math" panose="02040503050406030204" pitchFamily="18" charset="0"/>
                                  </a:rPr>
                                  <m:t>+</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4</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8−</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2</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15 − </m:t>
                                </m:r>
                                <m:rad>
                                  <m:radPr>
                                    <m:ctrlPr>
                                      <a:rPr lang="en-GB" sz="1200" b="0" i="1" baseline="0" smtClean="0">
                                        <a:solidFill>
                                          <a:schemeClr val="tx1"/>
                                        </a:solidFill>
                                        <a:latin typeface="Cambria Math" panose="02040503050406030204" pitchFamily="18" charset="0"/>
                                      </a:rPr>
                                    </m:ctrlPr>
                                  </m:radPr>
                                  <m:deg>
                                    <m:r>
                                      <a:rPr lang="en-GB" sz="1200" b="0" i="1" baseline="0" smtClean="0">
                                        <a:solidFill>
                                          <a:schemeClr val="tx1"/>
                                        </a:solidFill>
                                        <a:latin typeface="Cambria Math" panose="02040503050406030204" pitchFamily="18" charset="0"/>
                                      </a:rPr>
                                      <m:t>3</m:t>
                                    </m:r>
                                  </m:deg>
                                  <m:e>
                                    <m:r>
                                      <a:rPr lang="en-GB" sz="1200" b="0" i="1" baseline="0" smtClean="0">
                                        <a:solidFill>
                                          <a:schemeClr val="tx1"/>
                                        </a:solidFill>
                                        <a:latin typeface="Cambria Math" panose="02040503050406030204" pitchFamily="18" charset="0"/>
                                      </a:rPr>
                                      <m:t>27</m:t>
                                    </m:r>
                                  </m:e>
                                </m:rad>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degHide m:val="on"/>
                                    <m:ctrlPr>
                                      <a:rPr lang="en-US" sz="120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100</m:t>
                                    </m:r>
                                  </m:e>
                                </m:rad>
                                <m:r>
                                  <a:rPr lang="en-GB" sz="1200" b="0" i="1" baseline="0" smtClean="0">
                                    <a:solidFill>
                                      <a:schemeClr val="tx1"/>
                                    </a:solidFill>
                                    <a:latin typeface="Cambria Math" panose="02040503050406030204" pitchFamily="18" charset="0"/>
                                  </a:rPr>
                                  <m:t>−</m:t>
                                </m:r>
                                <m:rad>
                                  <m:radPr>
                                    <m:degHide m:val="on"/>
                                    <m:ctrlPr>
                                      <a:rPr lang="en-GB" sz="1200" b="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64</m:t>
                                    </m:r>
                                  </m:e>
                                </m:rad>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52" name="Table 51">
                <a:extLst>
                  <a:ext uri="{FF2B5EF4-FFF2-40B4-BE49-F238E27FC236}">
                    <a16:creationId xmlns:a16="http://schemas.microsoft.com/office/drawing/2014/main" id="{423AC783-622E-4CCB-B4F2-2A16C242C5C6}"/>
                  </a:ext>
                </a:extLst>
              </p:cNvPr>
              <p:cNvGraphicFramePr>
                <a:graphicFrameLocks noGrp="1"/>
              </p:cNvGraphicFramePr>
              <p:nvPr/>
            </p:nvGraphicFramePr>
            <p:xfrm>
              <a:off x="157497" y="582880"/>
              <a:ext cx="6572478" cy="2938320"/>
            </p:xfrm>
            <a:graphic>
              <a:graphicData uri="http://schemas.openxmlformats.org/drawingml/2006/table">
                <a:tbl>
                  <a:tblPr firstRow="1" bandRow="1">
                    <a:tableStyleId>{5C22544A-7EE6-4342-B048-85BDC9FD1C3A}</a:tableStyleId>
                  </a:tblPr>
                  <a:tblGrid>
                    <a:gridCol w="1503663">
                      <a:extLst>
                        <a:ext uri="{9D8B030D-6E8A-4147-A177-3AD203B41FA5}">
                          <a16:colId xmlns:a16="http://schemas.microsoft.com/office/drawing/2014/main" val="1568142362"/>
                        </a:ext>
                      </a:extLst>
                    </a:gridCol>
                    <a:gridCol w="1689605">
                      <a:extLst>
                        <a:ext uri="{9D8B030D-6E8A-4147-A177-3AD203B41FA5}">
                          <a16:colId xmlns:a16="http://schemas.microsoft.com/office/drawing/2014/main" val="3551711160"/>
                        </a:ext>
                      </a:extLst>
                    </a:gridCol>
                    <a:gridCol w="1689605">
                      <a:extLst>
                        <a:ext uri="{9D8B030D-6E8A-4147-A177-3AD203B41FA5}">
                          <a16:colId xmlns:a16="http://schemas.microsoft.com/office/drawing/2014/main" val="1712497518"/>
                        </a:ext>
                      </a:extLst>
                    </a:gridCol>
                    <a:gridCol w="1689605">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664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 t="-10502" r="-338057"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531" t="-10502" r="-201444"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849" t="-10502" r="-100719"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892" t="-10502" r="-1083" b="-457"/>
                          </a:stretch>
                        </a:blipFill>
                      </a:tcPr>
                    </a:tc>
                    <a:extLst>
                      <a:ext uri="{0D108BD9-81ED-4DB2-BD59-A6C34878D82A}">
                        <a16:rowId xmlns:a16="http://schemas.microsoft.com/office/drawing/2014/main" val="3293625240"/>
                      </a:ext>
                    </a:extLst>
                  </a:tr>
                </a:tbl>
              </a:graphicData>
            </a:graphic>
          </p:graphicFrame>
        </mc:Fallback>
      </mc:AlternateContent>
      <p:sp>
        <p:nvSpPr>
          <p:cNvPr id="53" name="TextBox 52">
            <a:extLst>
              <a:ext uri="{FF2B5EF4-FFF2-40B4-BE49-F238E27FC236}">
                <a16:creationId xmlns:a16="http://schemas.microsoft.com/office/drawing/2014/main" id="{780CCECA-E6CB-4927-9608-A72B4063B721}"/>
              </a:ext>
            </a:extLst>
          </p:cNvPr>
          <p:cNvSpPr txBox="1"/>
          <p:nvPr/>
        </p:nvSpPr>
        <p:spPr>
          <a:xfrm>
            <a:off x="1879829" y="352700"/>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54" name="TextBox 53">
            <a:extLst>
              <a:ext uri="{FF2B5EF4-FFF2-40B4-BE49-F238E27FC236}">
                <a16:creationId xmlns:a16="http://schemas.microsoft.com/office/drawing/2014/main" id="{634818ED-A7CC-4248-97CB-0050B89FEEEB}"/>
              </a:ext>
            </a:extLst>
          </p:cNvPr>
          <p:cNvSpPr txBox="1"/>
          <p:nvPr/>
        </p:nvSpPr>
        <p:spPr>
          <a:xfrm>
            <a:off x="5176849" y="335199"/>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p:sp>
        <p:nvSpPr>
          <p:cNvPr id="55" name="TextBox 54">
            <a:extLst>
              <a:ext uri="{FF2B5EF4-FFF2-40B4-BE49-F238E27FC236}">
                <a16:creationId xmlns:a16="http://schemas.microsoft.com/office/drawing/2014/main" id="{CE1748DB-52A0-44FA-B26B-61E1A05803B5}"/>
              </a:ext>
            </a:extLst>
          </p:cNvPr>
          <p:cNvSpPr txBox="1"/>
          <p:nvPr/>
        </p:nvSpPr>
        <p:spPr>
          <a:xfrm>
            <a:off x="3471091" y="334036"/>
            <a:ext cx="1643405" cy="276999"/>
          </a:xfrm>
          <a:prstGeom prst="rect">
            <a:avLst/>
          </a:prstGeom>
          <a:noFill/>
          <a:ln>
            <a:noFill/>
          </a:ln>
        </p:spPr>
        <p:txBody>
          <a:bodyPr wrap="square" rtlCol="0">
            <a:spAutoFit/>
          </a:bodyPr>
          <a:lstStyle/>
          <a:p>
            <a:r>
              <a:rPr lang="en-GB" sz="1200" b="1" i="1" dirty="0">
                <a:solidFill>
                  <a:schemeClr val="accent2"/>
                </a:solidFill>
              </a:rPr>
              <a:t>Example 8 – We do…</a:t>
            </a:r>
          </a:p>
        </p:txBody>
      </p:sp>
      <p:sp>
        <p:nvSpPr>
          <p:cNvPr id="56" name="Rectangle 55">
            <a:extLst>
              <a:ext uri="{FF2B5EF4-FFF2-40B4-BE49-F238E27FC236}">
                <a16:creationId xmlns:a16="http://schemas.microsoft.com/office/drawing/2014/main" id="{A3DD47CE-AC22-4556-864E-1AFF22277A95}"/>
              </a:ext>
            </a:extLst>
          </p:cNvPr>
          <p:cNvSpPr/>
          <p:nvPr/>
        </p:nvSpPr>
        <p:spPr>
          <a:xfrm>
            <a:off x="140652" y="3562239"/>
            <a:ext cx="1581467" cy="277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122" name="Table 122">
                <a:extLst>
                  <a:ext uri="{FF2B5EF4-FFF2-40B4-BE49-F238E27FC236}">
                    <a16:creationId xmlns:a16="http://schemas.microsoft.com/office/drawing/2014/main" id="{D0F1C308-A334-EB7B-6B4F-BD81F34A3D54}"/>
                  </a:ext>
                </a:extLst>
              </p:cNvPr>
              <p:cNvGraphicFramePr>
                <a:graphicFrameLocks noGrp="1"/>
              </p:cNvGraphicFramePr>
              <p:nvPr>
                <p:extLst>
                  <p:ext uri="{D42A27DB-BD31-4B8C-83A1-F6EECF244321}">
                    <p14:modId xmlns:p14="http://schemas.microsoft.com/office/powerpoint/2010/main" val="1546606025"/>
                  </p:ext>
                </p:extLst>
              </p:nvPr>
            </p:nvGraphicFramePr>
            <p:xfrm>
              <a:off x="140652" y="3895518"/>
              <a:ext cx="6589323" cy="4724400"/>
            </p:xfrm>
            <a:graphic>
              <a:graphicData uri="http://schemas.openxmlformats.org/drawingml/2006/table">
                <a:tbl>
                  <a:tblPr firstRow="1" bandRow="1">
                    <a:tableStyleId>{5C22544A-7EE6-4342-B048-85BDC9FD1C3A}</a:tableStyleId>
                  </a:tblPr>
                  <a:tblGrid>
                    <a:gridCol w="1523862">
                      <a:extLst>
                        <a:ext uri="{9D8B030D-6E8A-4147-A177-3AD203B41FA5}">
                          <a16:colId xmlns:a16="http://schemas.microsoft.com/office/drawing/2014/main" val="3768416857"/>
                        </a:ext>
                      </a:extLst>
                    </a:gridCol>
                    <a:gridCol w="5065461">
                      <a:extLst>
                        <a:ext uri="{9D8B030D-6E8A-4147-A177-3AD203B41FA5}">
                          <a16:colId xmlns:a16="http://schemas.microsoft.com/office/drawing/2014/main" val="995409048"/>
                        </a:ext>
                      </a:extLst>
                    </a:gridCol>
                  </a:tblGrid>
                  <a:tr h="262478">
                    <a:tc>
                      <a:txBody>
                        <a:bodyPr/>
                        <a:lstStyle/>
                        <a:p>
                          <a:pPr algn="ctr"/>
                          <a:r>
                            <a:rPr lang="en-GB" sz="1200" b="1" dirty="0">
                              <a:solidFill>
                                <a:schemeClr val="tx1"/>
                              </a:solidFill>
                            </a:rPr>
                            <a:t>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590762"/>
                      </a:ext>
                    </a:extLst>
                  </a:tr>
                  <a:tr h="370840">
                    <a:tc>
                      <a:txBody>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5−</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8035460"/>
                      </a:ext>
                    </a:extLst>
                  </a:tr>
                  <a:tr h="370840">
                    <a:tc>
                      <a:txBody>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7</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3345312"/>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9</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+1</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79835"/>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6</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5</m:t>
                                    </m:r>
                                  </m:e>
                                  <m:sup>
                                    <m:r>
                                      <a:rPr lang="en-GB" sz="1200" b="0" i="1" smtClean="0">
                                        <a:latin typeface="Cambria Math" panose="02040503050406030204" pitchFamily="18" charset="0"/>
                                        <a:ea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2025082"/>
                      </a:ext>
                    </a:extLst>
                  </a:tr>
                  <a:tr h="370840">
                    <a:tc>
                      <a:txBody>
                        <a:bodyPr/>
                        <a:lstStyle/>
                        <a:p>
                          <a:pPr algn="ctr"/>
                          <a:r>
                            <a:rPr lang="en-US" sz="1200" dirty="0"/>
                            <a:t>10</a:t>
                          </a:r>
                          <a14:m>
                            <m:oMath xmlns:m="http://schemas.openxmlformats.org/officeDocument/2006/math">
                              <m:r>
                                <a:rPr lang="en-GB" sz="1200" b="0" i="1" smtClean="0">
                                  <a:latin typeface="Cambria Math" panose="02040503050406030204" pitchFamily="18" charset="0"/>
                                </a:rPr>
                                <m:t>−</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16</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6352520"/>
                      </a:ext>
                    </a:extLst>
                  </a:tr>
                  <a:tr h="370840">
                    <a:tc>
                      <a:txBody>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2+14</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494431"/>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rPr>
                                    </m:ctrlPr>
                                  </m:sSupPr>
                                  <m:e>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4</m:t>
                                        </m:r>
                                      </m:e>
                                    </m:rad>
                                    <m:r>
                                      <a:rPr lang="en-GB" sz="1200" b="0" i="1" smtClean="0">
                                        <a:latin typeface="Cambria Math" panose="02040503050406030204" pitchFamily="18" charset="0"/>
                                      </a:rPr>
                                      <m:t>+3</m:t>
                                    </m:r>
                                  </m:e>
                                  <m:sup>
                                    <m:r>
                                      <a:rPr lang="en-GB" sz="1200" b="0" i="1" smtClean="0">
                                        <a:latin typeface="Cambria Math" panose="02040503050406030204" pitchFamily="18" charset="0"/>
                                      </a:rPr>
                                      <m:t>3</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715276"/>
                      </a:ext>
                    </a:extLst>
                  </a:tr>
                  <a:tr h="370840">
                    <a:tc>
                      <a:txBody>
                        <a:bodyPr/>
                        <a:lstStyle/>
                        <a:p>
                          <a:pPr/>
                          <a14:m>
                            <m:oMathPara xmlns:m="http://schemas.openxmlformats.org/officeDocument/2006/math">
                              <m:oMathParaPr>
                                <m:jc m:val="centerGroup"/>
                              </m:oMathParaPr>
                              <m:oMath xmlns:m="http://schemas.openxmlformats.org/officeDocument/2006/math">
                                <m:r>
                                  <a:rPr lang="en-GB" sz="1200" smtClean="0">
                                    <a:latin typeface="Cambria Math" panose="02040503050406030204" pitchFamily="18" charset="0"/>
                                  </a:rPr>
                                  <m:t>2</m:t>
                                </m:r>
                                <m:r>
                                  <a:rPr lang="en-GB" sz="120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5−</m:t>
                                </m:r>
                                <m:rad>
                                  <m:radPr>
                                    <m:degHide m:val="on"/>
                                    <m:ctrlPr>
                                      <a:rPr lang="en-GB" sz="1200" b="0" i="1" smtClean="0">
                                        <a:latin typeface="Cambria Math" panose="02040503050406030204" pitchFamily="18" charset="0"/>
                                        <a:ea typeface="Cambria Math" panose="02040503050406030204" pitchFamily="18" charset="0"/>
                                      </a:rPr>
                                    </m:ctrlPr>
                                  </m:radPr>
                                  <m:deg/>
                                  <m:e>
                                    <m:r>
                                      <a:rPr lang="en-GB" sz="1200" b="0" i="1" smtClean="0">
                                        <a:latin typeface="Cambria Math" panose="02040503050406030204" pitchFamily="18" charset="0"/>
                                        <a:ea typeface="Cambria Math" panose="02040503050406030204" pitchFamily="18" charset="0"/>
                                      </a:rPr>
                                      <m:t>4</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4136639"/>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25</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8283515"/>
                      </a:ext>
                    </a:extLst>
                  </a:tr>
                  <a:tr h="370840">
                    <a:tc>
                      <a:txBody>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19−2</m:t>
                                    </m:r>
                                    <m:r>
                                      <a:rPr lang="en-GB" sz="1200" b="0" i="1" smtClean="0">
                                        <a:latin typeface="Cambria Math" panose="02040503050406030204" pitchFamily="18" charset="0"/>
                                        <a:ea typeface="Cambria Math" panose="02040503050406030204" pitchFamily="18" charset="0"/>
                                      </a:rPr>
                                      <m:t>×5</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33441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20−</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2</m:t>
                                    </m:r>
                                  </m:sup>
                                </m:sSup>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rPr>
                                  <m:t>3</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69052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ea typeface="+mn-ea"/>
                                      </a:rPr>
                                    </m:ctrlPr>
                                  </m:sSupPr>
                                  <m:e>
                                    <m:r>
                                      <a:rPr lang="en-GB" sz="1200" b="0" i="1" smtClean="0">
                                        <a:latin typeface="Cambria Math" panose="02040503050406030204" pitchFamily="18" charset="0"/>
                                        <a:ea typeface="+mn-ea"/>
                                      </a:rPr>
                                      <m:t>2</m:t>
                                    </m:r>
                                  </m:e>
                                  <m:sup>
                                    <m:r>
                                      <a:rPr lang="en-GB" sz="1200" b="0" i="1" smtClean="0">
                                        <a:latin typeface="Cambria Math" panose="02040503050406030204" pitchFamily="18" charset="0"/>
                                        <a:ea typeface="+mn-ea"/>
                                      </a:rPr>
                                      <m:t>2</m:t>
                                    </m:r>
                                  </m:sup>
                                </m:sSup>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rPr>
                                  <m:t>3 −10</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8326474"/>
                      </a:ext>
                    </a:extLst>
                  </a:tr>
                </a:tbl>
              </a:graphicData>
            </a:graphic>
          </p:graphicFrame>
        </mc:Choice>
        <mc:Fallback xmlns="">
          <p:graphicFrame>
            <p:nvGraphicFramePr>
              <p:cNvPr id="122" name="Table 122">
                <a:extLst>
                  <a:ext uri="{FF2B5EF4-FFF2-40B4-BE49-F238E27FC236}">
                    <a16:creationId xmlns:a16="http://schemas.microsoft.com/office/drawing/2014/main" id="{D0F1C308-A334-EB7B-6B4F-BD81F34A3D54}"/>
                  </a:ext>
                </a:extLst>
              </p:cNvPr>
              <p:cNvGraphicFramePr>
                <a:graphicFrameLocks noGrp="1"/>
              </p:cNvGraphicFramePr>
              <p:nvPr>
                <p:extLst>
                  <p:ext uri="{D42A27DB-BD31-4B8C-83A1-F6EECF244321}">
                    <p14:modId xmlns:p14="http://schemas.microsoft.com/office/powerpoint/2010/main" val="1546606025"/>
                  </p:ext>
                </p:extLst>
              </p:nvPr>
            </p:nvGraphicFramePr>
            <p:xfrm>
              <a:off x="140652" y="3895518"/>
              <a:ext cx="6589323" cy="4724400"/>
            </p:xfrm>
            <a:graphic>
              <a:graphicData uri="http://schemas.openxmlformats.org/drawingml/2006/table">
                <a:tbl>
                  <a:tblPr firstRow="1" bandRow="1">
                    <a:tableStyleId>{5C22544A-7EE6-4342-B048-85BDC9FD1C3A}</a:tableStyleId>
                  </a:tblPr>
                  <a:tblGrid>
                    <a:gridCol w="1523862">
                      <a:extLst>
                        <a:ext uri="{9D8B030D-6E8A-4147-A177-3AD203B41FA5}">
                          <a16:colId xmlns:a16="http://schemas.microsoft.com/office/drawing/2014/main" val="3768416857"/>
                        </a:ext>
                      </a:extLst>
                    </a:gridCol>
                    <a:gridCol w="5065461">
                      <a:extLst>
                        <a:ext uri="{9D8B030D-6E8A-4147-A177-3AD203B41FA5}">
                          <a16:colId xmlns:a16="http://schemas.microsoft.com/office/drawing/2014/main" val="995409048"/>
                        </a:ext>
                      </a:extLst>
                    </a:gridCol>
                  </a:tblGrid>
                  <a:tr h="274320">
                    <a:tc>
                      <a:txBody>
                        <a:bodyPr/>
                        <a:lstStyle/>
                        <a:p>
                          <a:pPr algn="ctr"/>
                          <a:r>
                            <a:rPr lang="en-GB" sz="1200" b="1" dirty="0">
                              <a:solidFill>
                                <a:schemeClr val="tx1"/>
                              </a:solidFill>
                            </a:rPr>
                            <a:t>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59076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77049" r="-333600" b="-11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803546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77049" r="-333600" b="-10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334531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277049" r="-333600" b="-9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7983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377049" r="-333600" b="-8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202508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477049" r="-333600" b="-7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635252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577049" r="-333600" b="-6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49443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688333" r="-333600" b="-511667"/>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71527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775410" r="-333600" b="-4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413663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875410" r="-333600" b="-3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828351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975410" r="-333600" b="-2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33441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075410" r="-333600" b="-1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69052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175410" r="-333600" b="-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8326474"/>
                      </a:ext>
                    </a:extLst>
                  </a:tr>
                </a:tbl>
              </a:graphicData>
            </a:graphic>
          </p:graphicFrame>
        </mc:Fallback>
      </mc:AlternateContent>
      <p:sp>
        <p:nvSpPr>
          <p:cNvPr id="123" name="TextBox 122">
            <a:extLst>
              <a:ext uri="{FF2B5EF4-FFF2-40B4-BE49-F238E27FC236}">
                <a16:creationId xmlns:a16="http://schemas.microsoft.com/office/drawing/2014/main" id="{A3C02CCB-2D4A-55A6-F476-D23A77DC3F1B}"/>
              </a:ext>
            </a:extLst>
          </p:cNvPr>
          <p:cNvSpPr txBox="1"/>
          <p:nvPr/>
        </p:nvSpPr>
        <p:spPr>
          <a:xfrm>
            <a:off x="1722119" y="3592719"/>
            <a:ext cx="3230335" cy="276999"/>
          </a:xfrm>
          <a:prstGeom prst="rect">
            <a:avLst/>
          </a:prstGeom>
          <a:noFill/>
        </p:spPr>
        <p:txBody>
          <a:bodyPr wrap="square" rtlCol="0">
            <a:spAutoFit/>
          </a:bodyPr>
          <a:lstStyle/>
          <a:p>
            <a:r>
              <a:rPr lang="en-US" sz="1200" dirty="0"/>
              <a:t>3.  Work out the answers to the following:</a:t>
            </a:r>
          </a:p>
        </p:txBody>
      </p:sp>
      <p:sp>
        <p:nvSpPr>
          <p:cNvPr id="124" name="Rectangle 123">
            <a:extLst>
              <a:ext uri="{FF2B5EF4-FFF2-40B4-BE49-F238E27FC236}">
                <a16:creationId xmlns:a16="http://schemas.microsoft.com/office/drawing/2014/main" id="{0B1421D7-348E-785D-9CD1-FA0F28C9C02D}"/>
              </a:ext>
            </a:extLst>
          </p:cNvPr>
          <p:cNvSpPr/>
          <p:nvPr/>
        </p:nvSpPr>
        <p:spPr>
          <a:xfrm>
            <a:off x="171133" y="109856"/>
            <a:ext cx="3257867"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a:t>
            </a:r>
            <a:r>
              <a:rPr lang="en-GB" sz="1200" dirty="0">
                <a:solidFill>
                  <a:schemeClr val="bg1"/>
                </a:solidFill>
              </a:rPr>
              <a:t>involving powers and roots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3CB0573-6AE6-0122-A186-963F5BB58D77}"/>
                  </a:ext>
                </a:extLst>
              </p:cNvPr>
              <p:cNvGraphicFramePr>
                <a:graphicFrameLocks noGrp="1"/>
              </p:cNvGraphicFramePr>
              <p:nvPr>
                <p:extLst>
                  <p:ext uri="{D42A27DB-BD31-4B8C-83A1-F6EECF244321}">
                    <p14:modId xmlns:p14="http://schemas.microsoft.com/office/powerpoint/2010/main" val="741724073"/>
                  </p:ext>
                </p:extLst>
              </p:nvPr>
            </p:nvGraphicFramePr>
            <p:xfrm>
              <a:off x="142256" y="8612933"/>
              <a:ext cx="6575091" cy="1112520"/>
            </p:xfrm>
            <a:graphic>
              <a:graphicData uri="http://schemas.openxmlformats.org/drawingml/2006/table">
                <a:tbl>
                  <a:tblPr firstRow="1" bandRow="1">
                    <a:tableStyleId>{5C22544A-7EE6-4342-B048-85BDC9FD1C3A}</a:tableStyleId>
                  </a:tblPr>
                  <a:tblGrid>
                    <a:gridCol w="1518904">
                      <a:extLst>
                        <a:ext uri="{9D8B030D-6E8A-4147-A177-3AD203B41FA5}">
                          <a16:colId xmlns:a16="http://schemas.microsoft.com/office/drawing/2014/main" val="2089080895"/>
                        </a:ext>
                      </a:extLst>
                    </a:gridCol>
                    <a:gridCol w="5056187">
                      <a:extLst>
                        <a:ext uri="{9D8B030D-6E8A-4147-A177-3AD203B41FA5}">
                          <a16:colId xmlns:a16="http://schemas.microsoft.com/office/drawing/2014/main" val="3083873200"/>
                        </a:ext>
                      </a:extLst>
                    </a:gridCol>
                  </a:tblGrid>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solidFill>
                                          <a:schemeClr val="tx1"/>
                                        </a:solidFill>
                                        <a:latin typeface="Cambria Math" panose="02040503050406030204" pitchFamily="18" charset="0"/>
                                        <a:ea typeface="+mn-ea"/>
                                      </a:rPr>
                                    </m:ctrlPr>
                                  </m:sSupPr>
                                  <m:e>
                                    <m:r>
                                      <a:rPr lang="en-GB" sz="1200" b="0" i="1" smtClean="0">
                                        <a:solidFill>
                                          <a:schemeClr val="tx1"/>
                                        </a:solidFill>
                                        <a:latin typeface="Cambria Math" panose="02040503050406030204" pitchFamily="18" charset="0"/>
                                        <a:ea typeface="+mn-ea"/>
                                      </a:rPr>
                                      <m:t>10</m:t>
                                    </m:r>
                                  </m:e>
                                  <m:sup>
                                    <m:r>
                                      <a:rPr lang="en-GB" sz="1200" b="0" i="1" smtClean="0">
                                        <a:solidFill>
                                          <a:schemeClr val="tx1"/>
                                        </a:solidFill>
                                        <a:latin typeface="Cambria Math" panose="02040503050406030204" pitchFamily="18" charset="0"/>
                                        <a:ea typeface="+mn-ea"/>
                                      </a:rPr>
                                      <m:t>2</m:t>
                                    </m:r>
                                  </m:sup>
                                </m:sSup>
                                <m:r>
                                  <a:rPr lang="en-GB" sz="1200" b="0" i="1" smtClean="0">
                                    <a:solidFill>
                                      <a:schemeClr val="tx1"/>
                                    </a:solidFill>
                                    <a:latin typeface="Cambria Math" panose="02040503050406030204" pitchFamily="18" charset="0"/>
                                    <a:ea typeface="+mn-ea"/>
                                  </a:rPr>
                                  <m:t>− </m:t>
                                </m:r>
                                <m:r>
                                  <a:rPr lang="en-GB" sz="1200" b="0" i="1" smtClean="0">
                                    <a:solidFill>
                                      <a:schemeClr val="tx1"/>
                                    </a:solidFill>
                                    <a:latin typeface="Cambria Math" panose="02040503050406030204" pitchFamily="18" charset="0"/>
                                  </a:rPr>
                                  <m:t>3 </m:t>
                                </m:r>
                                <m:r>
                                  <a:rPr lang="en-GB" sz="1200" b="0" i="1" smtClean="0">
                                    <a:solidFill>
                                      <a:schemeClr val="tx1"/>
                                    </a:solidFill>
                                    <a:latin typeface="Cambria Math" panose="02040503050406030204" pitchFamily="18" charset="0"/>
                                    <a:ea typeface="Cambria Math" panose="02040503050406030204" pitchFamily="18" charset="0"/>
                                  </a:rPr>
                                  <m:t>×2</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5803917"/>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12+</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4 </m:t>
                                    </m:r>
                                    <m:r>
                                      <a:rPr lang="en-GB" sz="1200" b="0" i="1" smtClean="0">
                                        <a:latin typeface="Cambria Math" panose="02040503050406030204" pitchFamily="18" charset="0"/>
                                        <a:ea typeface="Cambria Math" panose="02040503050406030204" pitchFamily="18" charset="0"/>
                                      </a:rPr>
                                      <m:t>×9</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3560153"/>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e>
                                </m:rad>
                              </m:oMath>
                            </m:oMathPara>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5870059"/>
                      </a:ext>
                    </a:extLst>
                  </a:tr>
                </a:tbl>
              </a:graphicData>
            </a:graphic>
          </p:graphicFrame>
        </mc:Choice>
        <mc:Fallback xmlns="">
          <p:graphicFrame>
            <p:nvGraphicFramePr>
              <p:cNvPr id="2" name="Table 1">
                <a:extLst>
                  <a:ext uri="{FF2B5EF4-FFF2-40B4-BE49-F238E27FC236}">
                    <a16:creationId xmlns:a16="http://schemas.microsoft.com/office/drawing/2014/main" id="{83CB0573-6AE6-0122-A186-963F5BB58D77}"/>
                  </a:ext>
                </a:extLst>
              </p:cNvPr>
              <p:cNvGraphicFramePr>
                <a:graphicFrameLocks noGrp="1"/>
              </p:cNvGraphicFramePr>
              <p:nvPr>
                <p:extLst>
                  <p:ext uri="{D42A27DB-BD31-4B8C-83A1-F6EECF244321}">
                    <p14:modId xmlns:p14="http://schemas.microsoft.com/office/powerpoint/2010/main" val="741724073"/>
                  </p:ext>
                </p:extLst>
              </p:nvPr>
            </p:nvGraphicFramePr>
            <p:xfrm>
              <a:off x="142256" y="8612933"/>
              <a:ext cx="6575091" cy="1112520"/>
            </p:xfrm>
            <a:graphic>
              <a:graphicData uri="http://schemas.openxmlformats.org/drawingml/2006/table">
                <a:tbl>
                  <a:tblPr firstRow="1" bandRow="1">
                    <a:tableStyleId>{5C22544A-7EE6-4342-B048-85BDC9FD1C3A}</a:tableStyleId>
                  </a:tblPr>
                  <a:tblGrid>
                    <a:gridCol w="1518904">
                      <a:extLst>
                        <a:ext uri="{9D8B030D-6E8A-4147-A177-3AD203B41FA5}">
                          <a16:colId xmlns:a16="http://schemas.microsoft.com/office/drawing/2014/main" val="2089080895"/>
                        </a:ext>
                      </a:extLst>
                    </a:gridCol>
                    <a:gridCol w="5056187">
                      <a:extLst>
                        <a:ext uri="{9D8B030D-6E8A-4147-A177-3AD203B41FA5}">
                          <a16:colId xmlns:a16="http://schemas.microsoft.com/office/drawing/2014/main" val="3083873200"/>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1639" r="-334538" b="-204918"/>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580391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100000" r="-334538" b="-10161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356015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203279" r="-334538" b="-3279"/>
                          </a:stretch>
                        </a:blipFill>
                      </a:tcPr>
                    </a:tc>
                    <a:tc>
                      <a:txBody>
                        <a:bodyPr/>
                        <a:lstStyle/>
                        <a:p>
                          <a:pPr algn="ct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5870059"/>
                      </a:ext>
                    </a:extLst>
                  </a:tr>
                </a:tbl>
              </a:graphicData>
            </a:graphic>
          </p:graphicFrame>
        </mc:Fallback>
      </mc:AlternateContent>
      <p:sp>
        <p:nvSpPr>
          <p:cNvPr id="3" name="Slide Number Placeholder 2"/>
          <p:cNvSpPr>
            <a:spLocks noGrp="1"/>
          </p:cNvSpPr>
          <p:nvPr>
            <p:ph type="sldNum" sz="quarter" idx="12"/>
          </p:nvPr>
        </p:nvSpPr>
        <p:spPr>
          <a:xfrm>
            <a:off x="5114496" y="9323120"/>
            <a:ext cx="1543050" cy="527403"/>
          </a:xfrm>
        </p:spPr>
        <p:txBody>
          <a:bodyPr/>
          <a:lstStyle/>
          <a:p>
            <a:fld id="{19F1D9CC-7119-45EC-A96C-D8C0660F3AAB}" type="slidenum">
              <a:rPr lang="en-GB" smtClean="0"/>
              <a:t>25</a:t>
            </a:fld>
            <a:endParaRPr lang="en-GB"/>
          </a:p>
        </p:txBody>
      </p:sp>
    </p:spTree>
    <p:extLst>
      <p:ext uri="{BB962C8B-B14F-4D97-AF65-F5344CB8AC3E}">
        <p14:creationId xmlns:p14="http://schemas.microsoft.com/office/powerpoint/2010/main" val="3723355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9A308-ED87-E741-1A41-93376F6F595F}"/>
              </a:ext>
            </a:extLst>
          </p:cNvPr>
          <p:cNvSpPr/>
          <p:nvPr/>
        </p:nvSpPr>
        <p:spPr>
          <a:xfrm>
            <a:off x="139152" y="144222"/>
            <a:ext cx="2721749" cy="3179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a:t>
            </a:r>
            <a:r>
              <a:rPr lang="en-GB" sz="1200" dirty="0">
                <a:solidFill>
                  <a:schemeClr val="bg1"/>
                </a:solidFill>
              </a:rPr>
              <a:t>involving brackets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D697937-A828-8F2D-D866-9F9004F0E34E}"/>
                  </a:ext>
                </a:extLst>
              </p:cNvPr>
              <p:cNvGraphicFramePr>
                <a:graphicFrameLocks noGrp="1"/>
              </p:cNvGraphicFramePr>
              <p:nvPr/>
            </p:nvGraphicFramePr>
            <p:xfrm>
              <a:off x="139152" y="692341"/>
              <a:ext cx="6572479" cy="3108960"/>
            </p:xfrm>
            <a:graphic>
              <a:graphicData uri="http://schemas.openxmlformats.org/drawingml/2006/table">
                <a:tbl>
                  <a:tblPr firstRow="1" bandRow="1">
                    <a:tableStyleId>{5C22544A-7EE6-4342-B048-85BDC9FD1C3A}</a:tableStyleId>
                  </a:tblPr>
                  <a:tblGrid>
                    <a:gridCol w="1204780">
                      <a:extLst>
                        <a:ext uri="{9D8B030D-6E8A-4147-A177-3AD203B41FA5}">
                          <a16:colId xmlns:a16="http://schemas.microsoft.com/office/drawing/2014/main" val="1568142362"/>
                        </a:ext>
                      </a:extLst>
                    </a:gridCol>
                    <a:gridCol w="1789233">
                      <a:extLst>
                        <a:ext uri="{9D8B030D-6E8A-4147-A177-3AD203B41FA5}">
                          <a16:colId xmlns:a16="http://schemas.microsoft.com/office/drawing/2014/main" val="3551711160"/>
                        </a:ext>
                      </a:extLst>
                    </a:gridCol>
                    <a:gridCol w="1789233">
                      <a:extLst>
                        <a:ext uri="{9D8B030D-6E8A-4147-A177-3AD203B41FA5}">
                          <a16:colId xmlns:a16="http://schemas.microsoft.com/office/drawing/2014/main" val="1712497518"/>
                        </a:ext>
                      </a:extLst>
                    </a:gridCol>
                    <a:gridCol w="1789233">
                      <a:extLst>
                        <a:ext uri="{9D8B030D-6E8A-4147-A177-3AD203B41FA5}">
                          <a16:colId xmlns:a16="http://schemas.microsoft.com/office/drawing/2014/main" val="886122921"/>
                        </a:ext>
                      </a:extLst>
                    </a:gridCol>
                  </a:tblGrid>
                  <a:tr h="199772">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88823">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  </a:t>
                          </a:r>
                          <a:r>
                            <a:rPr lang="en-US" sz="1200" dirty="0">
                              <a:solidFill>
                                <a:schemeClr val="tx1"/>
                              </a:solidFill>
                            </a:rPr>
                            <a:t>(brackets,</a:t>
                          </a:r>
                          <a:r>
                            <a:rPr lang="en-US" sz="1200" baseline="0" dirty="0">
                              <a:solidFill>
                                <a:schemeClr val="tx1"/>
                              </a:solidFill>
                            </a:rPr>
                            <a:t> then </a:t>
                          </a:r>
                          <a:r>
                            <a:rPr lang="en-US" sz="1200" dirty="0">
                              <a:solidFill>
                                <a:schemeClr val="tx1"/>
                              </a:solidFill>
                            </a:rPr>
                            <a:t>powers and roots, then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 </m:t>
                              </m:r>
                            </m:oMath>
                          </a14:m>
                          <a:r>
                            <a:rPr lang="en-US" sz="1200" dirty="0">
                              <a:solidFill>
                                <a:schemeClr val="tx1"/>
                              </a:solidFill>
                            </a:rPr>
                            <a:t> </a:t>
                          </a:r>
                          <a:r>
                            <a:rPr lang="en-US" sz="1200" baseline="0" dirty="0">
                              <a:solidFill>
                                <a:schemeClr val="tx1"/>
                              </a:solidFill>
                            </a:rPr>
                            <a:t>then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4+3</m:t>
                                        </m:r>
                                      </m:e>
                                    </m:d>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3 </m:t>
                                </m:r>
                                <m:r>
                                  <a:rPr lang="en-GB" sz="1200" b="0" i="1" baseline="0" smtClean="0">
                                    <a:solidFill>
                                      <a:schemeClr val="tx1"/>
                                    </a:solidFill>
                                    <a:latin typeface="Cambria Math" panose="02040503050406030204" pitchFamily="18" charset="0"/>
                                    <a:ea typeface="Cambria Math" panose="02040503050406030204" pitchFamily="18" charset="0"/>
                                  </a:rPr>
                                  <m:t>×</m:t>
                                </m:r>
                                <m:d>
                                  <m:dPr>
                                    <m:ctrlPr>
                                      <a:rPr lang="en-GB"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10−2</m:t>
                                    </m:r>
                                  </m:e>
                                </m:d>
                              </m:oMath>
                            </m:oMathPara>
                          </a14:m>
                          <a:endParaRPr lang="en-GB" sz="1200" b="0" baseline="0" dirty="0">
                            <a:solidFill>
                              <a:schemeClr val="tx1"/>
                            </a:solidFill>
                            <a:ea typeface="Cambria Math" panose="02040503050406030204" pitchFamily="18" charset="0"/>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4−1</m:t>
                                        </m:r>
                                      </m:e>
                                    </m:d>
                                  </m:e>
                                  <m:sup>
                                    <m:r>
                                      <a:rPr lang="en-GB" sz="1200" b="0" i="1" baseline="0" smtClean="0">
                                        <a:solidFill>
                                          <a:schemeClr val="tx1"/>
                                        </a:solidFill>
                                        <a:latin typeface="Cambria Math" panose="02040503050406030204" pitchFamily="18" charset="0"/>
                                      </a:rPr>
                                      <m:t>3</m:t>
                                    </m:r>
                                  </m:sup>
                                </m:sSup>
                              </m:oMath>
                            </m:oMathPara>
                          </a14:m>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20 −3 </m:t>
                                </m:r>
                                <m:r>
                                  <a:rPr lang="en-GB" sz="1200" b="0" i="1" baseline="0" smtClean="0">
                                    <a:solidFill>
                                      <a:schemeClr val="tx1"/>
                                    </a:solidFill>
                                    <a:latin typeface="Cambria Math" panose="02040503050406030204" pitchFamily="18" charset="0"/>
                                    <a:ea typeface="Cambria Math" panose="02040503050406030204" pitchFamily="18" charset="0"/>
                                  </a:rPr>
                                  <m:t>×(2+4)</m:t>
                                </m:r>
                              </m:oMath>
                            </m:oMathPara>
                          </a14:m>
                          <a:endParaRPr lang="en-GB" sz="1200" b="0" i="1" baseline="0" dirty="0">
                            <a:solidFill>
                              <a:schemeClr val="tx1"/>
                            </a:solidFill>
                            <a:latin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7−2</m:t>
                                        </m:r>
                                      </m:e>
                                    </m:d>
                                  </m:e>
                                  <m:sup>
                                    <m:r>
                                      <a:rPr lang="en-GB" sz="1200" b="0" i="1" baseline="0" smtClean="0">
                                        <a:solidFill>
                                          <a:schemeClr val="tx1"/>
                                        </a:solidFill>
                                        <a:latin typeface="Cambria Math" panose="02040503050406030204" pitchFamily="18" charset="0"/>
                                      </a:rPr>
                                      <m:t>2</m:t>
                                    </m:r>
                                  </m:sup>
                                </m:sSup>
                              </m:oMath>
                            </m:oMathPara>
                          </a14:m>
                          <a:endParaRPr lang="en-GB" sz="1200" b="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4+ 3 </m:t>
                                </m:r>
                                <m:r>
                                  <a:rPr lang="en-GB" sz="1200" b="0" i="1" baseline="0" smtClean="0">
                                    <a:solidFill>
                                      <a:schemeClr val="tx1"/>
                                    </a:solidFill>
                                    <a:latin typeface="Cambria Math" panose="02040503050406030204" pitchFamily="18" charset="0"/>
                                    <a:ea typeface="Cambria Math" panose="02040503050406030204" pitchFamily="18" charset="0"/>
                                  </a:rPr>
                                  <m:t>×(1+5)</m:t>
                                </m:r>
                              </m:oMath>
                            </m:oMathPara>
                          </a14:m>
                          <a:endParaRPr lang="en-GB" sz="1200" b="0" i="1" baseline="0" dirty="0">
                            <a:solidFill>
                              <a:schemeClr val="tx1"/>
                            </a:solidFill>
                            <a:latin typeface="Cambria Math" panose="02040503050406030204" pitchFamily="18" charset="0"/>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4" name="Table 3">
                <a:extLst>
                  <a:ext uri="{FF2B5EF4-FFF2-40B4-BE49-F238E27FC236}">
                    <a16:creationId xmlns:a16="http://schemas.microsoft.com/office/drawing/2014/main" id="{4D697937-A828-8F2D-D866-9F9004F0E34E}"/>
                  </a:ext>
                </a:extLst>
              </p:cNvPr>
              <p:cNvGraphicFramePr>
                <a:graphicFrameLocks noGrp="1"/>
              </p:cNvGraphicFramePr>
              <p:nvPr/>
            </p:nvGraphicFramePr>
            <p:xfrm>
              <a:off x="139152" y="692341"/>
              <a:ext cx="6572479" cy="3108960"/>
            </p:xfrm>
            <a:graphic>
              <a:graphicData uri="http://schemas.openxmlformats.org/drawingml/2006/table">
                <a:tbl>
                  <a:tblPr firstRow="1" bandRow="1">
                    <a:tableStyleId>{5C22544A-7EE6-4342-B048-85BDC9FD1C3A}</a:tableStyleId>
                  </a:tblPr>
                  <a:tblGrid>
                    <a:gridCol w="1204780">
                      <a:extLst>
                        <a:ext uri="{9D8B030D-6E8A-4147-A177-3AD203B41FA5}">
                          <a16:colId xmlns:a16="http://schemas.microsoft.com/office/drawing/2014/main" val="1568142362"/>
                        </a:ext>
                      </a:extLst>
                    </a:gridCol>
                    <a:gridCol w="1789233">
                      <a:extLst>
                        <a:ext uri="{9D8B030D-6E8A-4147-A177-3AD203B41FA5}">
                          <a16:colId xmlns:a16="http://schemas.microsoft.com/office/drawing/2014/main" val="3551711160"/>
                        </a:ext>
                      </a:extLst>
                    </a:gridCol>
                    <a:gridCol w="1789233">
                      <a:extLst>
                        <a:ext uri="{9D8B030D-6E8A-4147-A177-3AD203B41FA5}">
                          <a16:colId xmlns:a16="http://schemas.microsoft.com/office/drawing/2014/main" val="1712497518"/>
                        </a:ext>
                      </a:extLst>
                    </a:gridCol>
                    <a:gridCol w="1789233">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8346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05" t="-9871" r="-446465"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87" t="-9871" r="-200680"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259" t="-9871" r="-101365"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7347" t="-9871" r="-1020" b="-1717"/>
                          </a:stretch>
                        </a:blipFill>
                      </a:tcPr>
                    </a:tc>
                    <a:extLst>
                      <a:ext uri="{0D108BD9-81ED-4DB2-BD59-A6C34878D82A}">
                        <a16:rowId xmlns:a16="http://schemas.microsoft.com/office/drawing/2014/main" val="3293625240"/>
                      </a:ext>
                    </a:extLst>
                  </a:tr>
                </a:tbl>
              </a:graphicData>
            </a:graphic>
          </p:graphicFrame>
        </mc:Fallback>
      </mc:AlternateContent>
      <p:sp>
        <p:nvSpPr>
          <p:cNvPr id="5" name="TextBox 4">
            <a:extLst>
              <a:ext uri="{FF2B5EF4-FFF2-40B4-BE49-F238E27FC236}">
                <a16:creationId xmlns:a16="http://schemas.microsoft.com/office/drawing/2014/main" id="{2594C021-9454-8F67-D3A7-3F4F6305130B}"/>
              </a:ext>
            </a:extLst>
          </p:cNvPr>
          <p:cNvSpPr txBox="1"/>
          <p:nvPr/>
        </p:nvSpPr>
        <p:spPr>
          <a:xfrm>
            <a:off x="1570142" y="461062"/>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6" name="TextBox 5">
            <a:extLst>
              <a:ext uri="{FF2B5EF4-FFF2-40B4-BE49-F238E27FC236}">
                <a16:creationId xmlns:a16="http://schemas.microsoft.com/office/drawing/2014/main" id="{34A205EA-7ECD-0EC2-E9D3-0B192397658B}"/>
              </a:ext>
            </a:extLst>
          </p:cNvPr>
          <p:cNvSpPr txBox="1"/>
          <p:nvPr/>
        </p:nvSpPr>
        <p:spPr>
          <a:xfrm>
            <a:off x="5026519" y="439274"/>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7" name="TextBox 6">
            <a:extLst>
              <a:ext uri="{FF2B5EF4-FFF2-40B4-BE49-F238E27FC236}">
                <a16:creationId xmlns:a16="http://schemas.microsoft.com/office/drawing/2014/main" id="{375B7AE0-19A7-BD22-B52C-B27143053A37}"/>
              </a:ext>
            </a:extLst>
          </p:cNvPr>
          <p:cNvSpPr txBox="1"/>
          <p:nvPr/>
        </p:nvSpPr>
        <p:spPr>
          <a:xfrm>
            <a:off x="3216953" y="463206"/>
            <a:ext cx="16434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4" name="Rectangle 13">
            <a:extLst>
              <a:ext uri="{FF2B5EF4-FFF2-40B4-BE49-F238E27FC236}">
                <a16:creationId xmlns:a16="http://schemas.microsoft.com/office/drawing/2014/main" id="{6E53E765-66A0-6212-EFCB-1512C02E8FAB}"/>
              </a:ext>
            </a:extLst>
          </p:cNvPr>
          <p:cNvSpPr/>
          <p:nvPr/>
        </p:nvSpPr>
        <p:spPr>
          <a:xfrm>
            <a:off x="123912" y="3861220"/>
            <a:ext cx="1643928"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15" name="TextBox 14">
            <a:extLst>
              <a:ext uri="{FF2B5EF4-FFF2-40B4-BE49-F238E27FC236}">
                <a16:creationId xmlns:a16="http://schemas.microsoft.com/office/drawing/2014/main" id="{FD399713-43D7-9F18-556D-DE275A4F3E68}"/>
              </a:ext>
            </a:extLst>
          </p:cNvPr>
          <p:cNvSpPr txBox="1"/>
          <p:nvPr/>
        </p:nvSpPr>
        <p:spPr>
          <a:xfrm>
            <a:off x="1767465" y="3921139"/>
            <a:ext cx="3230335" cy="276999"/>
          </a:xfrm>
          <a:prstGeom prst="rect">
            <a:avLst/>
          </a:prstGeom>
          <a:noFill/>
        </p:spPr>
        <p:txBody>
          <a:bodyPr wrap="square" rtlCol="0">
            <a:spAutoFit/>
          </a:bodyPr>
          <a:lstStyle/>
          <a:p>
            <a:r>
              <a:rPr lang="en-US" sz="1200" dirty="0"/>
              <a:t>4. Work out the answers to the following:</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954FBBF7-5460-5BB4-B52E-A996AA5D2CD2}"/>
                  </a:ext>
                </a:extLst>
              </p:cNvPr>
              <p:cNvGraphicFramePr>
                <a:graphicFrameLocks noGrp="1"/>
              </p:cNvGraphicFramePr>
              <p:nvPr>
                <p:extLst>
                  <p:ext uri="{D42A27DB-BD31-4B8C-83A1-F6EECF244321}">
                    <p14:modId xmlns:p14="http://schemas.microsoft.com/office/powerpoint/2010/main" val="3030017031"/>
                  </p:ext>
                </p:extLst>
              </p:nvPr>
            </p:nvGraphicFramePr>
            <p:xfrm>
              <a:off x="117989" y="4194834"/>
              <a:ext cx="6593639" cy="1082008"/>
            </p:xfrm>
            <a:graphic>
              <a:graphicData uri="http://schemas.openxmlformats.org/drawingml/2006/table">
                <a:tbl>
                  <a:tblPr firstRow="1" bandRow="1">
                    <a:tableStyleId>{5C22544A-7EE6-4342-B048-85BDC9FD1C3A}</a:tableStyleId>
                  </a:tblPr>
                  <a:tblGrid>
                    <a:gridCol w="1911919">
                      <a:extLst>
                        <a:ext uri="{9D8B030D-6E8A-4147-A177-3AD203B41FA5}">
                          <a16:colId xmlns:a16="http://schemas.microsoft.com/office/drawing/2014/main" val="748329969"/>
                        </a:ext>
                      </a:extLst>
                    </a:gridCol>
                    <a:gridCol w="4681720">
                      <a:extLst>
                        <a:ext uri="{9D8B030D-6E8A-4147-A177-3AD203B41FA5}">
                          <a16:colId xmlns:a16="http://schemas.microsoft.com/office/drawing/2014/main" val="2425206989"/>
                        </a:ext>
                      </a:extLst>
                    </a:gridCol>
                  </a:tblGrid>
                  <a:tr h="194286">
                    <a:tc>
                      <a:txBody>
                        <a:bodyPr/>
                        <a:lstStyle/>
                        <a:p>
                          <a:pPr algn="ctr"/>
                          <a:r>
                            <a:rPr lang="en-GB" sz="1200"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743590"/>
                      </a:ext>
                    </a:extLst>
                  </a:tr>
                  <a:tr h="4038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sSup>
                                <m:sSupPr>
                                  <m:ctrlPr>
                                    <a:rPr lang="en-GB" sz="1200" b="0" i="1" smtClean="0">
                                      <a:latin typeface="Cambria Math" panose="02040503050406030204" pitchFamily="18" charset="0"/>
                                    </a:rPr>
                                  </m:ctrlPr>
                                </m:sSupPr>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1+2</m:t>
                                      </m:r>
                                    </m:e>
                                  </m:d>
                                </m:e>
                                <m:sup>
                                  <m:r>
                                    <a:rPr lang="en-GB" sz="1200" b="0" i="1" smtClean="0">
                                      <a:latin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914284"/>
                      </a:ext>
                    </a:extLst>
                  </a:tr>
                  <a:tr h="4038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sSup>
                                <m:sSupPr>
                                  <m:ctrlPr>
                                    <a:rPr lang="en-GB" sz="1200" b="0" i="1" smtClean="0">
                                      <a:latin typeface="Cambria Math" panose="02040503050406030204" pitchFamily="18" charset="0"/>
                                      <a:ea typeface="Cambria Math" panose="02040503050406030204" pitchFamily="18" charset="0"/>
                                    </a:rPr>
                                  </m:ctrlPr>
                                </m:sSupPr>
                                <m:e>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2+8</m:t>
                                      </m:r>
                                    </m:e>
                                  </m:d>
                                </m:e>
                                <m:sup>
                                  <m:r>
                                    <a:rPr lang="en-GB" sz="1200" b="0" i="1" smtClean="0">
                                      <a:latin typeface="Cambria Math" panose="02040503050406030204" pitchFamily="18" charset="0"/>
                                      <a:ea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371972"/>
                      </a:ext>
                    </a:extLst>
                  </a:tr>
                </a:tbl>
              </a:graphicData>
            </a:graphic>
          </p:graphicFrame>
        </mc:Choice>
        <mc:Fallback xmlns="">
          <p:graphicFrame>
            <p:nvGraphicFramePr>
              <p:cNvPr id="16" name="Table 15">
                <a:extLst>
                  <a:ext uri="{FF2B5EF4-FFF2-40B4-BE49-F238E27FC236}">
                    <a16:creationId xmlns:a16="http://schemas.microsoft.com/office/drawing/2014/main" id="{954FBBF7-5460-5BB4-B52E-A996AA5D2CD2}"/>
                  </a:ext>
                </a:extLst>
              </p:cNvPr>
              <p:cNvGraphicFramePr>
                <a:graphicFrameLocks noGrp="1"/>
              </p:cNvGraphicFramePr>
              <p:nvPr>
                <p:extLst>
                  <p:ext uri="{D42A27DB-BD31-4B8C-83A1-F6EECF244321}">
                    <p14:modId xmlns:p14="http://schemas.microsoft.com/office/powerpoint/2010/main" val="3030017031"/>
                  </p:ext>
                </p:extLst>
              </p:nvPr>
            </p:nvGraphicFramePr>
            <p:xfrm>
              <a:off x="117989" y="4194834"/>
              <a:ext cx="6593639" cy="1082008"/>
            </p:xfrm>
            <a:graphic>
              <a:graphicData uri="http://schemas.openxmlformats.org/drawingml/2006/table">
                <a:tbl>
                  <a:tblPr firstRow="1" bandRow="1">
                    <a:tableStyleId>{5C22544A-7EE6-4342-B048-85BDC9FD1C3A}</a:tableStyleId>
                  </a:tblPr>
                  <a:tblGrid>
                    <a:gridCol w="1911919">
                      <a:extLst>
                        <a:ext uri="{9D8B030D-6E8A-4147-A177-3AD203B41FA5}">
                          <a16:colId xmlns:a16="http://schemas.microsoft.com/office/drawing/2014/main" val="748329969"/>
                        </a:ext>
                      </a:extLst>
                    </a:gridCol>
                    <a:gridCol w="4681720">
                      <a:extLst>
                        <a:ext uri="{9D8B030D-6E8A-4147-A177-3AD203B41FA5}">
                          <a16:colId xmlns:a16="http://schemas.microsoft.com/office/drawing/2014/main" val="2425206989"/>
                        </a:ext>
                      </a:extLst>
                    </a:gridCol>
                  </a:tblGrid>
                  <a:tr h="274320">
                    <a:tc>
                      <a:txBody>
                        <a:bodyPr/>
                        <a:lstStyle/>
                        <a:p>
                          <a:pPr algn="ctr"/>
                          <a:r>
                            <a:rPr lang="en-GB" sz="1200"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74359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8" t="-68657" r="-245541"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914284"/>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8" t="-171212" r="-245541"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371972"/>
                      </a:ext>
                    </a:extLst>
                  </a:tr>
                </a:tbl>
              </a:graphicData>
            </a:graphic>
          </p:graphicFrame>
        </mc:Fallback>
      </mc:AlternateContent>
      <p:sp>
        <p:nvSpPr>
          <p:cNvPr id="17" name="Slide Number Placeholder 16">
            <a:extLst>
              <a:ext uri="{FF2B5EF4-FFF2-40B4-BE49-F238E27FC236}">
                <a16:creationId xmlns:a16="http://schemas.microsoft.com/office/drawing/2014/main" id="{51FCB366-DE32-A56D-16A6-61C97387C2B0}"/>
              </a:ext>
            </a:extLst>
          </p:cNvPr>
          <p:cNvSpPr>
            <a:spLocks noGrp="1"/>
          </p:cNvSpPr>
          <p:nvPr>
            <p:ph type="sldNum" sz="quarter" idx="12"/>
          </p:nvPr>
        </p:nvSpPr>
        <p:spPr>
          <a:xfrm>
            <a:off x="5360670" y="9512753"/>
            <a:ext cx="1543050" cy="527403"/>
          </a:xfrm>
        </p:spPr>
        <p:txBody>
          <a:bodyPr/>
          <a:lstStyle/>
          <a:p>
            <a:fld id="{086C3A38-D272-42AA-9C88-F1FBEAE20D2C}" type="slidenum">
              <a:rPr lang="en-GB" smtClean="0"/>
              <a:t>26</a:t>
            </a:fld>
            <a:endParaRPr lang="en-GB" dirty="0"/>
          </a:p>
        </p:txBody>
      </p:sp>
      <mc:AlternateContent xmlns:mc="http://schemas.openxmlformats.org/markup-compatibility/2006" xmlns:a14="http://schemas.microsoft.com/office/drawing/2010/main">
        <mc:Choice Requires="a14">
          <p:graphicFrame>
            <p:nvGraphicFramePr>
              <p:cNvPr id="30" name="Table 29">
                <a:extLst>
                  <a:ext uri="{FF2B5EF4-FFF2-40B4-BE49-F238E27FC236}">
                    <a16:creationId xmlns:a16="http://schemas.microsoft.com/office/drawing/2014/main" id="{2962F73F-6B08-E28D-91E4-7F287B2AD365}"/>
                  </a:ext>
                </a:extLst>
              </p:cNvPr>
              <p:cNvGraphicFramePr>
                <a:graphicFrameLocks noGrp="1"/>
              </p:cNvGraphicFramePr>
              <p:nvPr>
                <p:extLst>
                  <p:ext uri="{D42A27DB-BD31-4B8C-83A1-F6EECF244321}">
                    <p14:modId xmlns:p14="http://schemas.microsoft.com/office/powerpoint/2010/main" val="4172265099"/>
                  </p:ext>
                </p:extLst>
              </p:nvPr>
            </p:nvGraphicFramePr>
            <p:xfrm>
              <a:off x="117990" y="5276842"/>
              <a:ext cx="6593640" cy="2016000"/>
            </p:xfrm>
            <a:graphic>
              <a:graphicData uri="http://schemas.openxmlformats.org/drawingml/2006/table">
                <a:tbl>
                  <a:tblPr firstRow="1" bandRow="1">
                    <a:tableStyleId>{5C22544A-7EE6-4342-B048-85BDC9FD1C3A}</a:tableStyleId>
                  </a:tblPr>
                  <a:tblGrid>
                    <a:gridCol w="1913068">
                      <a:extLst>
                        <a:ext uri="{9D8B030D-6E8A-4147-A177-3AD203B41FA5}">
                          <a16:colId xmlns:a16="http://schemas.microsoft.com/office/drawing/2014/main" val="577735621"/>
                        </a:ext>
                      </a:extLst>
                    </a:gridCol>
                    <a:gridCol w="4680572">
                      <a:extLst>
                        <a:ext uri="{9D8B030D-6E8A-4147-A177-3AD203B41FA5}">
                          <a16:colId xmlns:a16="http://schemas.microsoft.com/office/drawing/2014/main" val="1734380290"/>
                        </a:ext>
                      </a:extLst>
                    </a:gridCol>
                  </a:tblGrid>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c) </a:t>
                          </a:r>
                          <a14:m>
                            <m:oMath xmlns:m="http://schemas.openxmlformats.org/officeDocument/2006/math">
                              <m:sSup>
                                <m:sSupPr>
                                  <m:ctrlPr>
                                    <a:rPr lang="en-GB" sz="1200" b="0" i="1" smtClean="0">
                                      <a:solidFill>
                                        <a:schemeClr val="tx1"/>
                                      </a:solidFill>
                                      <a:latin typeface="Cambria Math" panose="02040503050406030204" pitchFamily="18" charset="0"/>
                                    </a:rPr>
                                  </m:ctrlPr>
                                </m:sSupPr>
                                <m:e>
                                  <m:d>
                                    <m:dPr>
                                      <m:ctrlPr>
                                        <a:rPr lang="en-GB" sz="1200" b="0" i="1" smtClean="0">
                                          <a:solidFill>
                                            <a:schemeClr val="tx1"/>
                                          </a:solidFill>
                                          <a:latin typeface="Cambria Math" panose="02040503050406030204" pitchFamily="18" charset="0"/>
                                        </a:rPr>
                                      </m:ctrlPr>
                                    </m:dPr>
                                    <m:e>
                                      <m:r>
                                        <a:rPr lang="en-GB" sz="1200" b="0" i="1" smtClean="0">
                                          <a:solidFill>
                                            <a:schemeClr val="tx1"/>
                                          </a:solidFill>
                                          <a:latin typeface="Cambria Math" panose="02040503050406030204" pitchFamily="18" charset="0"/>
                                        </a:rPr>
                                        <m:t>10−7</m:t>
                                      </m:r>
                                    </m:e>
                                  </m:d>
                                </m:e>
                                <m:sup>
                                  <m:r>
                                    <a:rPr lang="en-GB" sz="1200" b="0" i="1" smtClean="0">
                                      <a:solidFill>
                                        <a:schemeClr val="tx1"/>
                                      </a:solidFill>
                                      <a:latin typeface="Cambria Math" panose="02040503050406030204" pitchFamily="18" charset="0"/>
                                    </a:rPr>
                                    <m:t>3</m:t>
                                  </m:r>
                                </m:sup>
                              </m:sSup>
                            </m:oMath>
                          </a14:m>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1490695"/>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t>d) 15</a:t>
                          </a:r>
                          <a:r>
                            <a:rPr lang="en-US" sz="1200" b="0" baseline="0" dirty="0"/>
                            <a:t> </a:t>
                          </a:r>
                          <a14:m>
                            <m:oMath xmlns:m="http://schemas.openxmlformats.org/officeDocument/2006/math">
                              <m:r>
                                <a:rPr lang="en-GB" sz="1200" b="0" i="1" smtClean="0">
                                  <a:latin typeface="Cambria Math" panose="02040503050406030204" pitchFamily="18" charset="0"/>
                                  <a:ea typeface="Cambria Math" panose="02040503050406030204" pitchFamily="18" charset="0"/>
                                </a:rPr>
                                <m:t>÷(3 −2)</m:t>
                              </m:r>
                            </m:oMath>
                          </a14:m>
                          <a:endParaRPr 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906694"/>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b="0" i="0" smtClean="0">
                                  <a:latin typeface="Cambria Math" panose="02040503050406030204" pitchFamily="18" charset="0"/>
                                </a:rPr>
                                <m:t>35 − </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9+3</m:t>
                                  </m:r>
                                </m:e>
                              </m: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2654558"/>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b="0" i="0" smtClean="0">
                                  <a:latin typeface="Cambria Math" panose="02040503050406030204" pitchFamily="18" charset="0"/>
                                </a:rPr>
                                <m:t>9</m:t>
                              </m:r>
                              <m:r>
                                <a:rPr lang="en-GB" sz="1200" b="0" i="1" smtClean="0">
                                  <a:latin typeface="Cambria Math" panose="02040503050406030204" pitchFamily="18" charset="0"/>
                                  <a:ea typeface="Cambria Math" panose="02040503050406030204" pitchFamily="18" charset="0"/>
                                </a:rPr>
                                <m:t>×</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7+4</m:t>
                                  </m:r>
                                </m:e>
                              </m: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1488589"/>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ad>
                                <m:radPr>
                                  <m:degHide m:val="on"/>
                                  <m:ctrlPr>
                                    <a:rPr lang="en-US" sz="1200" i="1" smtClean="0">
                                      <a:latin typeface="Cambria Math" panose="02040503050406030204" pitchFamily="18" charset="0"/>
                                    </a:rPr>
                                  </m:ctrlPr>
                                </m:radPr>
                                <m:deg/>
                                <m:e>
                                  <m:r>
                                    <a:rPr lang="en-GB" sz="1200" b="0" i="1" smtClean="0">
                                      <a:latin typeface="Cambria Math" panose="02040503050406030204" pitchFamily="18" charset="0"/>
                                    </a:rPr>
                                    <m:t>(2+14)</m:t>
                                  </m:r>
                                </m:e>
                              </m:ra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4389880"/>
                      </a:ext>
                    </a:extLst>
                  </a:tr>
                </a:tbl>
              </a:graphicData>
            </a:graphic>
          </p:graphicFrame>
        </mc:Choice>
        <mc:Fallback xmlns="">
          <p:graphicFrame>
            <p:nvGraphicFramePr>
              <p:cNvPr id="30" name="Table 29">
                <a:extLst>
                  <a:ext uri="{FF2B5EF4-FFF2-40B4-BE49-F238E27FC236}">
                    <a16:creationId xmlns:a16="http://schemas.microsoft.com/office/drawing/2014/main" id="{2962F73F-6B08-E28D-91E4-7F287B2AD365}"/>
                  </a:ext>
                </a:extLst>
              </p:cNvPr>
              <p:cNvGraphicFramePr>
                <a:graphicFrameLocks noGrp="1"/>
              </p:cNvGraphicFramePr>
              <p:nvPr>
                <p:extLst>
                  <p:ext uri="{D42A27DB-BD31-4B8C-83A1-F6EECF244321}">
                    <p14:modId xmlns:p14="http://schemas.microsoft.com/office/powerpoint/2010/main" val="4172265099"/>
                  </p:ext>
                </p:extLst>
              </p:nvPr>
            </p:nvGraphicFramePr>
            <p:xfrm>
              <a:off x="117990" y="5276842"/>
              <a:ext cx="6593640" cy="2016000"/>
            </p:xfrm>
            <a:graphic>
              <a:graphicData uri="http://schemas.openxmlformats.org/drawingml/2006/table">
                <a:tbl>
                  <a:tblPr firstRow="1" bandRow="1">
                    <a:tableStyleId>{5C22544A-7EE6-4342-B048-85BDC9FD1C3A}</a:tableStyleId>
                  </a:tblPr>
                  <a:tblGrid>
                    <a:gridCol w="1913068">
                      <a:extLst>
                        <a:ext uri="{9D8B030D-6E8A-4147-A177-3AD203B41FA5}">
                          <a16:colId xmlns:a16="http://schemas.microsoft.com/office/drawing/2014/main" val="577735621"/>
                        </a:ext>
                      </a:extLst>
                    </a:gridCol>
                    <a:gridCol w="4680572">
                      <a:extLst>
                        <a:ext uri="{9D8B030D-6E8A-4147-A177-3AD203B41FA5}">
                          <a16:colId xmlns:a16="http://schemas.microsoft.com/office/drawing/2014/main" val="1734380290"/>
                        </a:ext>
                      </a:extLst>
                    </a:gridCol>
                  </a:tblGrid>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1515" r="-245541" b="-406061"/>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1490695"/>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100000" r="-245541" b="-300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906694"/>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203030" r="-245541" b="-2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2654558"/>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298507" r="-245541" b="-10149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1488589"/>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404545" r="-245541" b="-303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43898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31DA9621-0191-AC63-1A8E-B24CA7EBF1A0}"/>
                  </a:ext>
                </a:extLst>
              </p:cNvPr>
              <p:cNvGraphicFramePr>
                <a:graphicFrameLocks noGrp="1"/>
              </p:cNvGraphicFramePr>
              <p:nvPr>
                <p:extLst>
                  <p:ext uri="{D42A27DB-BD31-4B8C-83A1-F6EECF244321}">
                    <p14:modId xmlns:p14="http://schemas.microsoft.com/office/powerpoint/2010/main" val="1946426573"/>
                  </p:ext>
                </p:extLst>
              </p:nvPr>
            </p:nvGraphicFramePr>
            <p:xfrm>
              <a:off x="117989" y="7292842"/>
              <a:ext cx="6593641" cy="2419200"/>
            </p:xfrm>
            <a:graphic>
              <a:graphicData uri="http://schemas.openxmlformats.org/drawingml/2006/table">
                <a:tbl>
                  <a:tblPr firstRow="1" bandRow="1">
                    <a:tableStyleId>{5C22544A-7EE6-4342-B048-85BDC9FD1C3A}</a:tableStyleId>
                  </a:tblPr>
                  <a:tblGrid>
                    <a:gridCol w="1908740">
                      <a:extLst>
                        <a:ext uri="{9D8B030D-6E8A-4147-A177-3AD203B41FA5}">
                          <a16:colId xmlns:a16="http://schemas.microsoft.com/office/drawing/2014/main" val="1265677492"/>
                        </a:ext>
                      </a:extLst>
                    </a:gridCol>
                    <a:gridCol w="4684901">
                      <a:extLst>
                        <a:ext uri="{9D8B030D-6E8A-4147-A177-3AD203B41FA5}">
                          <a16:colId xmlns:a16="http://schemas.microsoft.com/office/drawing/2014/main" val="397672867"/>
                        </a:ext>
                      </a:extLst>
                    </a:gridCol>
                  </a:tblGrid>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h) </a:t>
                          </a:r>
                          <a14:m>
                            <m:oMath xmlns:m="http://schemas.openxmlformats.org/officeDocument/2006/math">
                              <m:r>
                                <a:rPr lang="en-GB" sz="1200" b="0" i="1" smtClean="0">
                                  <a:solidFill>
                                    <a:schemeClr val="tx1"/>
                                  </a:solidFill>
                                  <a:latin typeface="Cambria Math" panose="02040503050406030204" pitchFamily="18" charset="0"/>
                                </a:rPr>
                                <m:t>5 </m:t>
                              </m:r>
                              <m:r>
                                <a:rPr lang="en-GB" sz="1200" b="0" i="1" smtClean="0">
                                  <a:solidFill>
                                    <a:schemeClr val="tx1"/>
                                  </a:solidFill>
                                  <a:latin typeface="Cambria Math" panose="02040503050406030204" pitchFamily="18" charset="0"/>
                                  <a:ea typeface="Cambria Math" panose="02040503050406030204" pitchFamily="18" charset="0"/>
                                </a:rPr>
                                <m:t>×</m:t>
                              </m:r>
                              <m:d>
                                <m:dPr>
                                  <m:ctrlPr>
                                    <a:rPr lang="en-GB" sz="1200" b="0" i="1" smtClean="0">
                                      <a:solidFill>
                                        <a:schemeClr val="tx1"/>
                                      </a:solidFill>
                                      <a:latin typeface="Cambria Math" panose="02040503050406030204" pitchFamily="18" charset="0"/>
                                      <a:ea typeface="Cambria Math" panose="02040503050406030204" pitchFamily="18" charset="0"/>
                                    </a:rPr>
                                  </m:ctrlPr>
                                </m:dPr>
                                <m:e>
                                  <m:r>
                                    <a:rPr lang="en-GB" sz="1200" b="0" i="0" smtClean="0">
                                      <a:solidFill>
                                        <a:schemeClr val="tx1"/>
                                      </a:solidFill>
                                      <a:latin typeface="Cambria Math" panose="02040503050406030204" pitchFamily="18" charset="0"/>
                                      <a:ea typeface="Cambria Math" panose="02040503050406030204" pitchFamily="18" charset="0"/>
                                    </a:rPr>
                                    <m:t>2+1</m:t>
                                  </m:r>
                                </m:e>
                              </m:d>
                              <m:r>
                                <a:rPr lang="en-GB" sz="1200" b="0" i="0" smtClean="0">
                                  <a:solidFill>
                                    <a:schemeClr val="tx1"/>
                                  </a:solidFill>
                                  <a:latin typeface="Cambria Math" panose="02040503050406030204" pitchFamily="18" charset="0"/>
                                  <a:ea typeface="Cambria Math" panose="02040503050406030204" pitchFamily="18" charset="0"/>
                                </a:rPr>
                                <m:t>+4</m:t>
                              </m:r>
                            </m:oMath>
                          </a14:m>
                          <a:endParaRPr lang="en-GB" sz="1200" b="0" dirty="0">
                            <a:solidFill>
                              <a:schemeClr val="tx1"/>
                            </a:solidFill>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2572457"/>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b="0" i="1" smtClean="0">
                                  <a:latin typeface="Cambria Math" panose="02040503050406030204" pitchFamily="18" charset="0"/>
                                </a:rPr>
                                <m:t>8+</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5−1</m:t>
                                  </m:r>
                                </m:e>
                              </m:d>
                              <m:r>
                                <a:rPr lang="en-GB" sz="1200" b="0" i="1" smtClean="0">
                                  <a:latin typeface="Cambria Math" panose="02040503050406030204" pitchFamily="18" charset="0"/>
                                  <a:ea typeface="Cambria Math" panose="02040503050406030204" pitchFamily="18" charset="0"/>
                                </a:rPr>
                                <m:t>×</m:t>
                              </m:r>
                            </m:oMath>
                          </a14:m>
                          <a:r>
                            <a:rPr lang="en-US" sz="1200" dirty="0"/>
                            <a: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20507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b="0" i="1" smtClean="0">
                                  <a:latin typeface="Cambria Math" panose="02040503050406030204" pitchFamily="18" charset="0"/>
                                </a:rPr>
                                <m:t>7 </m:t>
                              </m:r>
                              <m:r>
                                <a:rPr lang="en-GB" sz="1200" b="0" i="1" smtClean="0">
                                  <a:latin typeface="Cambria Math" panose="02040503050406030204" pitchFamily="18" charset="0"/>
                                  <a:ea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d>
                                    <m:dPr>
                                      <m:ctrlPr>
                                        <a:rPr lang="en-GB" sz="1200" b="0" i="1" smtClean="0">
                                          <a:latin typeface="Cambria Math" panose="02040503050406030204" pitchFamily="18" charset="0"/>
                                          <a:ea typeface="Cambria Math" panose="02040503050406030204" pitchFamily="18" charset="0"/>
                                        </a:rPr>
                                      </m:ctrlPr>
                                    </m:dPr>
                                    <m:e>
                                      <m:r>
                                        <a:rPr lang="en-GB" sz="1200" b="0" i="0" smtClean="0">
                                          <a:latin typeface="Cambria Math" panose="02040503050406030204" pitchFamily="18" charset="0"/>
                                          <a:ea typeface="Cambria Math" panose="02040503050406030204" pitchFamily="18" charset="0"/>
                                        </a:rPr>
                                        <m:t>8</m:t>
                                      </m:r>
                                      <m:r>
                                        <a:rPr lang="en-GB" sz="1200" b="0" i="1" smtClean="0">
                                          <a:latin typeface="Cambria Math" panose="02040503050406030204" pitchFamily="18" charset="0"/>
                                          <a:ea typeface="Cambria Math" panose="02040503050406030204" pitchFamily="18" charset="0"/>
                                        </a:rPr>
                                        <m:t>÷</m:t>
                                      </m:r>
                                      <m:r>
                                        <a:rPr lang="en-GB" sz="1200" b="0" i="0" smtClean="0">
                                          <a:latin typeface="Cambria Math" panose="02040503050406030204" pitchFamily="18" charset="0"/>
                                          <a:ea typeface="Cambria Math" panose="02040503050406030204" pitchFamily="18" charset="0"/>
                                        </a:rPr>
                                        <m:t>4</m:t>
                                      </m:r>
                                    </m:e>
                                  </m:d>
                                </m:e>
                                <m:sup>
                                  <m:r>
                                    <a:rPr lang="en-GB" sz="1200" b="0" i="0" smtClean="0">
                                      <a:latin typeface="Cambria Math" panose="02040503050406030204" pitchFamily="18" charset="0"/>
                                      <a:ea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33497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k) </a:t>
                          </a:r>
                          <a14:m>
                            <m:oMath xmlns:m="http://schemas.openxmlformats.org/officeDocument/2006/math">
                              <m:r>
                                <a:rPr lang="en-GB" sz="1200" i="1" dirty="0" smtClean="0">
                                  <a:latin typeface="Cambria Math" panose="02040503050406030204" pitchFamily="18" charset="0"/>
                                </a:rPr>
                                <m:t>3+9×(7</m:t>
                              </m:r>
                              <m:r>
                                <a:rPr lang="en-GB" sz="1200" b="0" i="1" dirty="0" smtClean="0">
                                  <a:latin typeface="Cambria Math" panose="02040503050406030204" pitchFamily="18" charset="0"/>
                                </a:rPr>
                                <m:t>−</m:t>
                              </m:r>
                              <m:r>
                                <a:rPr lang="en-GB" sz="1200" i="1" dirty="0" smtClean="0">
                                  <a:latin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8592816"/>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14:m>
                            <m:oMath xmlns:m="http://schemas.openxmlformats.org/officeDocument/2006/math">
                              <m:r>
                                <a:rPr lang="en-GB" sz="1200" i="1" dirty="0" smtClean="0">
                                  <a:latin typeface="Cambria Math" panose="02040503050406030204" pitchFamily="18" charset="0"/>
                                </a:rPr>
                                <m:t>(9+4)×(100÷25)</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819019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m) </a:t>
                          </a:r>
                          <a14:m>
                            <m:oMath xmlns:m="http://schemas.openxmlformats.org/officeDocument/2006/math">
                              <m:rad>
                                <m:radPr>
                                  <m:degHide m:val="on"/>
                                  <m:ctrlPr>
                                    <a:rPr lang="en-GB" sz="1200" i="1" dirty="0" smtClean="0">
                                      <a:latin typeface="Cambria Math" panose="02040503050406030204" pitchFamily="18" charset="0"/>
                                    </a:rPr>
                                  </m:ctrlPr>
                                </m:radPr>
                                <m:deg/>
                                <m:e>
                                  <m:r>
                                    <a:rPr lang="en-GB" sz="1200" b="0" i="1" dirty="0" smtClean="0">
                                      <a:latin typeface="Cambria Math" panose="02040503050406030204" pitchFamily="18" charset="0"/>
                                    </a:rPr>
                                    <m:t>81</m:t>
                                  </m:r>
                                </m:e>
                              </m:rad>
                              <m:r>
                                <a:rPr lang="en-GB" sz="1200" i="1" dirty="0" smtClean="0">
                                  <a:latin typeface="Cambria Math" panose="02040503050406030204" pitchFamily="18" charset="0"/>
                                </a:rPr>
                                <m:t>−(9−7)×3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352512"/>
                      </a:ext>
                    </a:extLst>
                  </a:tr>
                </a:tbl>
              </a:graphicData>
            </a:graphic>
          </p:graphicFrame>
        </mc:Choice>
        <mc:Fallback xmlns="">
          <p:graphicFrame>
            <p:nvGraphicFramePr>
              <p:cNvPr id="33" name="Table 32">
                <a:extLst>
                  <a:ext uri="{FF2B5EF4-FFF2-40B4-BE49-F238E27FC236}">
                    <a16:creationId xmlns:a16="http://schemas.microsoft.com/office/drawing/2014/main" id="{31DA9621-0191-AC63-1A8E-B24CA7EBF1A0}"/>
                  </a:ext>
                </a:extLst>
              </p:cNvPr>
              <p:cNvGraphicFramePr>
                <a:graphicFrameLocks noGrp="1"/>
              </p:cNvGraphicFramePr>
              <p:nvPr>
                <p:extLst>
                  <p:ext uri="{D42A27DB-BD31-4B8C-83A1-F6EECF244321}">
                    <p14:modId xmlns:p14="http://schemas.microsoft.com/office/powerpoint/2010/main" val="1946426573"/>
                  </p:ext>
                </p:extLst>
              </p:nvPr>
            </p:nvGraphicFramePr>
            <p:xfrm>
              <a:off x="117989" y="7292842"/>
              <a:ext cx="6593641" cy="2419200"/>
            </p:xfrm>
            <a:graphic>
              <a:graphicData uri="http://schemas.openxmlformats.org/drawingml/2006/table">
                <a:tbl>
                  <a:tblPr firstRow="1" bandRow="1">
                    <a:tableStyleId>{5C22544A-7EE6-4342-B048-85BDC9FD1C3A}</a:tableStyleId>
                  </a:tblPr>
                  <a:tblGrid>
                    <a:gridCol w="1908740">
                      <a:extLst>
                        <a:ext uri="{9D8B030D-6E8A-4147-A177-3AD203B41FA5}">
                          <a16:colId xmlns:a16="http://schemas.microsoft.com/office/drawing/2014/main" val="1265677492"/>
                        </a:ext>
                      </a:extLst>
                    </a:gridCol>
                    <a:gridCol w="4684901">
                      <a:extLst>
                        <a:ext uri="{9D8B030D-6E8A-4147-A177-3AD203B41FA5}">
                          <a16:colId xmlns:a16="http://schemas.microsoft.com/office/drawing/2014/main" val="397672867"/>
                        </a:ext>
                      </a:extLst>
                    </a:gridCol>
                  </a:tblGrid>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1515" r="-246645" b="-506061"/>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2572457"/>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100000" r="-246645" b="-39850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20507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203030" r="-246645" b="-3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33497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303030" r="-246645" b="-2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8592816"/>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397015" r="-246645" b="-10149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819019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504545" r="-246645" b="-303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352512"/>
                      </a:ext>
                    </a:extLst>
                  </a:tr>
                </a:tbl>
              </a:graphicData>
            </a:graphic>
          </p:graphicFrame>
        </mc:Fallback>
      </mc:AlternateContent>
    </p:spTree>
    <p:extLst>
      <p:ext uri="{BB962C8B-B14F-4D97-AF65-F5344CB8AC3E}">
        <p14:creationId xmlns:p14="http://schemas.microsoft.com/office/powerpoint/2010/main" val="2060183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473178"/>
            <a:ext cx="1543050" cy="527403"/>
          </a:xfrm>
        </p:spPr>
        <p:txBody>
          <a:bodyPr/>
          <a:lstStyle/>
          <a:p>
            <a:fld id="{19F1D9CC-7119-45EC-A96C-D8C0660F3AAB}" type="slidenum">
              <a:rPr lang="en-GB" smtClean="0"/>
              <a:t>27</a:t>
            </a:fld>
            <a:endParaRPr lang="en-GB" dirty="0"/>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FE6F5DC9-3A60-57F9-C763-F568DF9DCBAF}"/>
                  </a:ext>
                </a:extLst>
              </p:cNvPr>
              <p:cNvGraphicFramePr>
                <a:graphicFrameLocks noGrp="1"/>
              </p:cNvGraphicFramePr>
              <p:nvPr>
                <p:extLst>
                  <p:ext uri="{D42A27DB-BD31-4B8C-83A1-F6EECF244321}">
                    <p14:modId xmlns:p14="http://schemas.microsoft.com/office/powerpoint/2010/main" val="2409256328"/>
                  </p:ext>
                </p:extLst>
              </p:nvPr>
            </p:nvGraphicFramePr>
            <p:xfrm>
              <a:off x="164101" y="652670"/>
              <a:ext cx="6572477" cy="2224080"/>
            </p:xfrm>
            <a:graphic>
              <a:graphicData uri="http://schemas.openxmlformats.org/drawingml/2006/table">
                <a:tbl>
                  <a:tblPr firstRow="1" bandRow="1">
                    <a:tableStyleId>{5C22544A-7EE6-4342-B048-85BDC9FD1C3A}</a:tableStyleId>
                  </a:tblPr>
                  <a:tblGrid>
                    <a:gridCol w="1344659">
                      <a:extLst>
                        <a:ext uri="{9D8B030D-6E8A-4147-A177-3AD203B41FA5}">
                          <a16:colId xmlns:a16="http://schemas.microsoft.com/office/drawing/2014/main" val="1568142362"/>
                        </a:ext>
                      </a:extLst>
                    </a:gridCol>
                    <a:gridCol w="1742606">
                      <a:extLst>
                        <a:ext uri="{9D8B030D-6E8A-4147-A177-3AD203B41FA5}">
                          <a16:colId xmlns:a16="http://schemas.microsoft.com/office/drawing/2014/main" val="3551711160"/>
                        </a:ext>
                      </a:extLst>
                    </a:gridCol>
                    <a:gridCol w="1742606">
                      <a:extLst>
                        <a:ext uri="{9D8B030D-6E8A-4147-A177-3AD203B41FA5}">
                          <a16:colId xmlns:a16="http://schemas.microsoft.com/office/drawing/2014/main" val="1712497518"/>
                        </a:ext>
                      </a:extLst>
                    </a:gridCol>
                    <a:gridCol w="1742606">
                      <a:extLst>
                        <a:ext uri="{9D8B030D-6E8A-4147-A177-3AD203B41FA5}">
                          <a16:colId xmlns:a16="http://schemas.microsoft.com/office/drawing/2014/main" val="886122921"/>
                        </a:ext>
                      </a:extLst>
                    </a:gridCol>
                  </a:tblGrid>
                  <a:tr h="396336">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84000">
                    <a:tc>
                      <a:txBody>
                        <a:bodyPr/>
                        <a:lstStyle/>
                        <a:p>
                          <a:pPr marL="0" indent="0">
                            <a:buNone/>
                          </a:pPr>
                          <a:r>
                            <a:rPr lang="en-US" sz="1200" dirty="0">
                              <a:solidFill>
                                <a:schemeClr val="tx1"/>
                              </a:solidFill>
                            </a:rPr>
                            <a:t>1) Determine the current order of operations.</a:t>
                          </a:r>
                        </a:p>
                        <a:p>
                          <a:pPr marL="0" indent="0">
                            <a:buNone/>
                          </a:pPr>
                          <a:endParaRPr lang="en-US" sz="1200" dirty="0">
                            <a:solidFill>
                              <a:schemeClr val="tx1"/>
                            </a:solidFill>
                          </a:endParaRPr>
                        </a:p>
                        <a:p>
                          <a:r>
                            <a:rPr lang="en-GB" sz="1200" dirty="0">
                              <a:solidFill>
                                <a:schemeClr val="tx1"/>
                              </a:solidFill>
                            </a:rPr>
                            <a:t>2) Insert brackets to change the order of operations.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10</m:t>
                                </m:r>
                                <m:r>
                                  <a:rPr lang="en-GB" sz="1100" b="0" i="1" baseline="0" smtClean="0">
                                    <a:solidFill>
                                      <a:schemeClr val="tx1"/>
                                    </a:solidFill>
                                    <a:latin typeface="Cambria Math" panose="02040503050406030204" pitchFamily="18" charset="0"/>
                                    <a:ea typeface="Cambria Math" panose="02040503050406030204" pitchFamily="18" charset="0"/>
                                  </a:rPr>
                                  <m:t>×2+6=80</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1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5+2</m:t>
                                </m:r>
                                <m:r>
                                  <a:rPr lang="en-GB" sz="1100" b="0" i="1" baseline="0" smtClean="0">
                                    <a:solidFill>
                                      <a:schemeClr val="tx1"/>
                                    </a:solidFill>
                                    <a:latin typeface="Cambria Math" panose="02040503050406030204" pitchFamily="18" charset="0"/>
                                    <a:ea typeface="Cambria Math" panose="02040503050406030204" pitchFamily="18" charset="0"/>
                                  </a:rPr>
                                  <m:t>×3+1=13</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1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5+5</m:t>
                                </m:r>
                                <m:r>
                                  <a:rPr lang="en-GB" sz="1100" b="0" i="1" baseline="0" smtClean="0">
                                    <a:solidFill>
                                      <a:schemeClr val="tx1"/>
                                    </a:solidFill>
                                    <a:latin typeface="Cambria Math" panose="02040503050406030204" pitchFamily="18" charset="0"/>
                                    <a:ea typeface="Cambria Math" panose="02040503050406030204" pitchFamily="18" charset="0"/>
                                  </a:rPr>
                                  <m:t>÷5=2</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7" name="Table 16">
                <a:extLst>
                  <a:ext uri="{FF2B5EF4-FFF2-40B4-BE49-F238E27FC236}">
                    <a16:creationId xmlns:a16="http://schemas.microsoft.com/office/drawing/2014/main" id="{FE6F5DC9-3A60-57F9-C763-F568DF9DCBAF}"/>
                  </a:ext>
                </a:extLst>
              </p:cNvPr>
              <p:cNvGraphicFramePr>
                <a:graphicFrameLocks noGrp="1"/>
              </p:cNvGraphicFramePr>
              <p:nvPr>
                <p:extLst>
                  <p:ext uri="{D42A27DB-BD31-4B8C-83A1-F6EECF244321}">
                    <p14:modId xmlns:p14="http://schemas.microsoft.com/office/powerpoint/2010/main" val="2409256328"/>
                  </p:ext>
                </p:extLst>
              </p:nvPr>
            </p:nvGraphicFramePr>
            <p:xfrm>
              <a:off x="164101" y="652670"/>
              <a:ext cx="6572477" cy="2224080"/>
            </p:xfrm>
            <a:graphic>
              <a:graphicData uri="http://schemas.openxmlformats.org/drawingml/2006/table">
                <a:tbl>
                  <a:tblPr firstRow="1" bandRow="1">
                    <a:tableStyleId>{5C22544A-7EE6-4342-B048-85BDC9FD1C3A}</a:tableStyleId>
                  </a:tblPr>
                  <a:tblGrid>
                    <a:gridCol w="1344659">
                      <a:extLst>
                        <a:ext uri="{9D8B030D-6E8A-4147-A177-3AD203B41FA5}">
                          <a16:colId xmlns:a16="http://schemas.microsoft.com/office/drawing/2014/main" val="1568142362"/>
                        </a:ext>
                      </a:extLst>
                    </a:gridCol>
                    <a:gridCol w="1742606">
                      <a:extLst>
                        <a:ext uri="{9D8B030D-6E8A-4147-A177-3AD203B41FA5}">
                          <a16:colId xmlns:a16="http://schemas.microsoft.com/office/drawing/2014/main" val="3551711160"/>
                        </a:ext>
                      </a:extLst>
                    </a:gridCol>
                    <a:gridCol w="1742606">
                      <a:extLst>
                        <a:ext uri="{9D8B030D-6E8A-4147-A177-3AD203B41FA5}">
                          <a16:colId xmlns:a16="http://schemas.microsoft.com/office/drawing/2014/main" val="1712497518"/>
                        </a:ext>
                      </a:extLst>
                    </a:gridCol>
                    <a:gridCol w="1742606">
                      <a:extLst>
                        <a:ext uri="{9D8B030D-6E8A-4147-A177-3AD203B41FA5}">
                          <a16:colId xmlns:a16="http://schemas.microsoft.com/office/drawing/2014/main" val="886122921"/>
                        </a:ext>
                      </a:extLst>
                    </a:gridCol>
                  </a:tblGrid>
                  <a:tr h="640080">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84000">
                    <a:tc>
                      <a:txBody>
                        <a:bodyPr/>
                        <a:lstStyle/>
                        <a:p>
                          <a:pPr marL="0" indent="0">
                            <a:buNone/>
                          </a:pPr>
                          <a:r>
                            <a:rPr lang="en-US" sz="1200" dirty="0">
                              <a:solidFill>
                                <a:schemeClr val="tx1"/>
                              </a:solidFill>
                            </a:rPr>
                            <a:t>1) Determine the current order of operations.</a:t>
                          </a:r>
                        </a:p>
                        <a:p>
                          <a:pPr marL="0" indent="0">
                            <a:buNone/>
                          </a:pPr>
                          <a:endParaRPr lang="en-US" sz="1200" dirty="0">
                            <a:solidFill>
                              <a:schemeClr val="tx1"/>
                            </a:solidFill>
                          </a:endParaRPr>
                        </a:p>
                        <a:p>
                          <a:r>
                            <a:rPr lang="en-GB" sz="1200" dirty="0">
                              <a:solidFill>
                                <a:schemeClr val="tx1"/>
                              </a:solidFill>
                            </a:rPr>
                            <a:t>2) Insert brackets to change the order of operations.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622" t="-40769" r="-201049" b="-115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7003" t="-40769" r="-100348" b="-115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972" t="-40769" r="-699" b="-1154"/>
                          </a:stretch>
                        </a:blipFill>
                      </a:tcPr>
                    </a:tc>
                    <a:extLst>
                      <a:ext uri="{0D108BD9-81ED-4DB2-BD59-A6C34878D82A}">
                        <a16:rowId xmlns:a16="http://schemas.microsoft.com/office/drawing/2014/main" val="3293625240"/>
                      </a:ext>
                    </a:extLst>
                  </a:tr>
                </a:tbl>
              </a:graphicData>
            </a:graphic>
          </p:graphicFrame>
        </mc:Fallback>
      </mc:AlternateContent>
      <p:sp>
        <p:nvSpPr>
          <p:cNvPr id="18" name="TextBox 17">
            <a:extLst>
              <a:ext uri="{FF2B5EF4-FFF2-40B4-BE49-F238E27FC236}">
                <a16:creationId xmlns:a16="http://schemas.microsoft.com/office/drawing/2014/main" id="{0C716CC2-D970-F933-BF88-07414E83772A}"/>
              </a:ext>
            </a:extLst>
          </p:cNvPr>
          <p:cNvSpPr txBox="1"/>
          <p:nvPr/>
        </p:nvSpPr>
        <p:spPr>
          <a:xfrm>
            <a:off x="1752805" y="410728"/>
            <a:ext cx="1410704"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19" name="TextBox 18">
            <a:extLst>
              <a:ext uri="{FF2B5EF4-FFF2-40B4-BE49-F238E27FC236}">
                <a16:creationId xmlns:a16="http://schemas.microsoft.com/office/drawing/2014/main" id="{BF3584E7-9FEA-F377-AB53-2BD47B099822}"/>
              </a:ext>
            </a:extLst>
          </p:cNvPr>
          <p:cNvSpPr txBox="1"/>
          <p:nvPr/>
        </p:nvSpPr>
        <p:spPr>
          <a:xfrm>
            <a:off x="5105196" y="402342"/>
            <a:ext cx="1643405" cy="276999"/>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20" name="TextBox 19">
            <a:extLst>
              <a:ext uri="{FF2B5EF4-FFF2-40B4-BE49-F238E27FC236}">
                <a16:creationId xmlns:a16="http://schemas.microsoft.com/office/drawing/2014/main" id="{A7598BD0-F612-DEB4-F75F-B60BA994FC8D}"/>
              </a:ext>
            </a:extLst>
          </p:cNvPr>
          <p:cNvSpPr txBox="1"/>
          <p:nvPr/>
        </p:nvSpPr>
        <p:spPr>
          <a:xfrm>
            <a:off x="3358370" y="389007"/>
            <a:ext cx="1643405" cy="276999"/>
          </a:xfrm>
          <a:prstGeom prst="rect">
            <a:avLst/>
          </a:prstGeom>
          <a:noFill/>
          <a:ln>
            <a:noFill/>
          </a:ln>
        </p:spPr>
        <p:txBody>
          <a:bodyPr wrap="square" rtlCol="0">
            <a:spAutoFit/>
          </a:bodyPr>
          <a:lstStyle/>
          <a:p>
            <a:r>
              <a:rPr lang="en-GB" sz="1200" b="1" i="1" dirty="0">
                <a:solidFill>
                  <a:schemeClr val="accent2"/>
                </a:solidFill>
              </a:rPr>
              <a:t>Example 14 – We do…</a:t>
            </a:r>
          </a:p>
        </p:txBody>
      </p:sp>
      <p:sp>
        <p:nvSpPr>
          <p:cNvPr id="2" name="Rectangle 1">
            <a:extLst>
              <a:ext uri="{FF2B5EF4-FFF2-40B4-BE49-F238E27FC236}">
                <a16:creationId xmlns:a16="http://schemas.microsoft.com/office/drawing/2014/main" id="{D5D96695-E243-24F3-79BC-0C2E178B1EB3}"/>
              </a:ext>
            </a:extLst>
          </p:cNvPr>
          <p:cNvSpPr/>
          <p:nvPr/>
        </p:nvSpPr>
        <p:spPr>
          <a:xfrm>
            <a:off x="148861" y="295740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3" name="TextBox 2">
            <a:extLst>
              <a:ext uri="{FF2B5EF4-FFF2-40B4-BE49-F238E27FC236}">
                <a16:creationId xmlns:a16="http://schemas.microsoft.com/office/drawing/2014/main" id="{7257B1B4-E2A3-E86F-7542-078AC4FB4510}"/>
              </a:ext>
            </a:extLst>
          </p:cNvPr>
          <p:cNvSpPr txBox="1"/>
          <p:nvPr/>
        </p:nvSpPr>
        <p:spPr>
          <a:xfrm>
            <a:off x="1324315" y="3103452"/>
            <a:ext cx="4209369" cy="276999"/>
          </a:xfrm>
          <a:prstGeom prst="rect">
            <a:avLst/>
          </a:prstGeom>
          <a:noFill/>
        </p:spPr>
        <p:txBody>
          <a:bodyPr wrap="square" rtlCol="0">
            <a:spAutoFit/>
          </a:bodyPr>
          <a:lstStyle/>
          <a:p>
            <a:r>
              <a:rPr lang="en-US" sz="1200" dirty="0"/>
              <a:t>5.  </a:t>
            </a:r>
            <a:r>
              <a:rPr lang="en-GB" sz="1200" b="0" dirty="0">
                <a:solidFill>
                  <a:schemeClr val="tx1"/>
                </a:solidFill>
              </a:rPr>
              <a:t>Insert brackets to make the following calculations correct</a:t>
            </a:r>
            <a:r>
              <a:rPr lang="en-US" sz="1200" b="0" dirty="0">
                <a:solidFill>
                  <a:schemeClr val="tx1"/>
                </a:solidFill>
              </a:rPr>
              <a:t>:</a:t>
            </a:r>
            <a:endParaRPr lang="en-GB" sz="1200" b="0" dirty="0">
              <a:solidFill>
                <a:schemeClr val="tx1"/>
              </a:solidFill>
            </a:endParaRPr>
          </a:p>
        </p:txBody>
      </p:sp>
      <p:sp>
        <p:nvSpPr>
          <p:cNvPr id="4" name="Rectangle 3">
            <a:extLst>
              <a:ext uri="{FF2B5EF4-FFF2-40B4-BE49-F238E27FC236}">
                <a16:creationId xmlns:a16="http://schemas.microsoft.com/office/drawing/2014/main" id="{D7FBF5C1-911B-8AE1-FFD2-130E09A684D2}"/>
              </a:ext>
            </a:extLst>
          </p:cNvPr>
          <p:cNvSpPr/>
          <p:nvPr/>
        </p:nvSpPr>
        <p:spPr>
          <a:xfrm>
            <a:off x="164101" y="130209"/>
            <a:ext cx="1793036"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Inserting Brackets</a:t>
            </a:r>
            <a:endParaRPr lang="en-GB" sz="1200" dirty="0">
              <a:solidFill>
                <a:schemeClr val="bg1"/>
              </a:solidFill>
            </a:endParaRP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4C15FFC4-1625-4DFF-5BDB-D41514C96927}"/>
                  </a:ext>
                </a:extLst>
              </p:cNvPr>
              <p:cNvGraphicFramePr>
                <a:graphicFrameLocks noGrp="1"/>
              </p:cNvGraphicFramePr>
              <p:nvPr>
                <p:extLst>
                  <p:ext uri="{D42A27DB-BD31-4B8C-83A1-F6EECF244321}">
                    <p14:modId xmlns:p14="http://schemas.microsoft.com/office/powerpoint/2010/main" val="982719182"/>
                  </p:ext>
                </p:extLst>
              </p:nvPr>
            </p:nvGraphicFramePr>
            <p:xfrm>
              <a:off x="148861" y="3378515"/>
              <a:ext cx="6530154" cy="6138482"/>
            </p:xfrm>
            <a:graphic>
              <a:graphicData uri="http://schemas.openxmlformats.org/drawingml/2006/table">
                <a:tbl>
                  <a:tblPr firstRow="1" bandRow="1">
                    <a:tableStyleId>{5C22544A-7EE6-4342-B048-85BDC9FD1C3A}</a:tableStyleId>
                  </a:tblPr>
                  <a:tblGrid>
                    <a:gridCol w="6530154">
                      <a:extLst>
                        <a:ext uri="{9D8B030D-6E8A-4147-A177-3AD203B41FA5}">
                          <a16:colId xmlns:a16="http://schemas.microsoft.com/office/drawing/2014/main" val="1761486243"/>
                        </a:ext>
                      </a:extLst>
                    </a:gridCol>
                  </a:tblGrid>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14+1</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÷3=5</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2695069"/>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18</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÷6+3=2</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4350545"/>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c) </a:t>
                          </a:r>
                          <a14:m>
                            <m:oMath xmlns:m="http://schemas.openxmlformats.org/officeDocument/2006/math">
                              <m:r>
                                <a:rPr lang="en-GB" sz="1200" i="1" smtClean="0">
                                  <a:latin typeface="Cambria Math" panose="02040503050406030204" pitchFamily="18" charset="0"/>
                                </a:rPr>
                                <m:t>2</m:t>
                              </m:r>
                              <m:r>
                                <a:rPr lang="en-GB" sz="1200" b="0" i="1" smtClean="0">
                                  <a:latin typeface="Cambria Math" panose="02040503050406030204" pitchFamily="18" charset="0"/>
                                </a:rPr>
                                <m:t>0</m:t>
                              </m:r>
                              <m:r>
                                <a:rPr lang="en-GB" sz="1200" b="0" i="1" smtClean="0">
                                  <a:latin typeface="Cambria Math" panose="02040503050406030204" pitchFamily="18" charset="0"/>
                                  <a:ea typeface="Cambria Math" panose="02040503050406030204" pitchFamily="18" charset="0"/>
                                </a:rPr>
                                <m:t>÷4+1=4</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2399984"/>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d)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16−12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÷4=13</m:t>
                              </m:r>
                            </m:oMath>
                          </a14:m>
                          <a:endParaRPr kumimoji="0" lang="en-US" sz="1200" b="0"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250216"/>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6</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2=22</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30134"/>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2−3</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2=18</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016386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g)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×2+3+1=36</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0311527"/>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dirty="0" smtClean="0">
                                  <a:latin typeface="Cambria Math" panose="02040503050406030204" pitchFamily="18" charset="0"/>
                                </a:rPr>
                                <m:t>2</m:t>
                              </m:r>
                              <m:r>
                                <a:rPr lang="en-GB" sz="1200" b="0" i="1" dirty="0" smtClean="0">
                                  <a:latin typeface="Cambria Math" panose="02040503050406030204" pitchFamily="18" charset="0"/>
                                </a:rPr>
                                <m:t>4−4</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5−1=3</m:t>
                              </m:r>
                            </m:oMath>
                          </a14:m>
                          <a:r>
                            <a:rPr lang="en-US"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855018"/>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dirty="0" smtClean="0">
                                  <a:latin typeface="Cambria Math" panose="02040503050406030204" pitchFamily="18" charset="0"/>
                                </a:rPr>
                                <m:t>1</m:t>
                              </m:r>
                              <m:r>
                                <a:rPr lang="en-GB" sz="1200" b="0" i="1" dirty="0" smtClean="0">
                                  <a:latin typeface="Cambria Math" panose="02040503050406030204" pitchFamily="18" charset="0"/>
                                </a:rPr>
                                <m:t>6+4</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2÷5=8</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7849110"/>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dirty="0">
                                  <a:latin typeface="Cambria Math" panose="02040503050406030204" pitchFamily="18" charset="0"/>
                                </a:rPr>
                                <m:t>2</m:t>
                              </m:r>
                              <m:r>
                                <a:rPr lang="en-GB" sz="1200" i="1" dirty="0">
                                  <a:latin typeface="Cambria Math" panose="02040503050406030204" pitchFamily="18" charset="0"/>
                                  <a:ea typeface="Cambria Math" panose="02040503050406030204" pitchFamily="18" charset="0"/>
                                </a:rPr>
                                <m:t>×7+1</m:t>
                              </m:r>
                              <m:r>
                                <a:rPr lang="en-GB" sz="1200" i="1">
                                  <a:latin typeface="Cambria Math" panose="02040503050406030204" pitchFamily="18" charset="0"/>
                                  <a:ea typeface="Cambria Math" panose="02040503050406030204" pitchFamily="18" charset="0"/>
                                </a:rPr>
                                <m:t>×3=48</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9598414"/>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k) </a:t>
                          </a:r>
                          <a14:m>
                            <m:oMath xmlns:m="http://schemas.openxmlformats.org/officeDocument/2006/math">
                              <m:r>
                                <a:rPr lang="en-GB" sz="1200" i="1" dirty="0" smtClean="0">
                                  <a:latin typeface="Cambria Math" panose="02040503050406030204" pitchFamily="18" charset="0"/>
                                </a:rPr>
                                <m:t>2</m:t>
                              </m:r>
                              <m:r>
                                <a:rPr lang="en-GB" sz="1200" b="0" i="1" dirty="0" smtClean="0">
                                  <a:latin typeface="Cambria Math" panose="02040503050406030204" pitchFamily="18" charset="0"/>
                                </a:rPr>
                                <m:t>0+1</m:t>
                              </m:r>
                              <m:r>
                                <a:rPr lang="en-GB" sz="1200" b="0" i="1" smtClean="0">
                                  <a:latin typeface="Cambria Math" panose="02040503050406030204" pitchFamily="18" charset="0"/>
                                </a:rPr>
                                <m:t>2</m:t>
                              </m:r>
                              <m:r>
                                <a:rPr lang="en-GB" sz="1200" b="0" i="1" smtClean="0">
                                  <a:latin typeface="Cambria Math" panose="02040503050406030204" pitchFamily="18" charset="0"/>
                                  <a:ea typeface="Cambria Math" panose="02040503050406030204" pitchFamily="18" charset="0"/>
                                </a:rPr>
                                <m:t>÷3+1=23</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71010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l)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÷2+5=4</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8591293"/>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m)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0</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818581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n)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5</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14</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419075"/>
                      </a:ext>
                    </a:extLst>
                  </a:tr>
                </a:tbl>
              </a:graphicData>
            </a:graphic>
          </p:graphicFrame>
        </mc:Choice>
        <mc:Fallback xmlns="">
          <p:graphicFrame>
            <p:nvGraphicFramePr>
              <p:cNvPr id="6" name="Table 6">
                <a:extLst>
                  <a:ext uri="{FF2B5EF4-FFF2-40B4-BE49-F238E27FC236}">
                    <a16:creationId xmlns:a16="http://schemas.microsoft.com/office/drawing/2014/main" id="{4C15FFC4-1625-4DFF-5BDB-D41514C96927}"/>
                  </a:ext>
                </a:extLst>
              </p:cNvPr>
              <p:cNvGraphicFramePr>
                <a:graphicFrameLocks noGrp="1"/>
              </p:cNvGraphicFramePr>
              <p:nvPr>
                <p:extLst>
                  <p:ext uri="{D42A27DB-BD31-4B8C-83A1-F6EECF244321}">
                    <p14:modId xmlns:p14="http://schemas.microsoft.com/office/powerpoint/2010/main" val="982719182"/>
                  </p:ext>
                </p:extLst>
              </p:nvPr>
            </p:nvGraphicFramePr>
            <p:xfrm>
              <a:off x="148861" y="3378515"/>
              <a:ext cx="6530154" cy="6138482"/>
            </p:xfrm>
            <a:graphic>
              <a:graphicData uri="http://schemas.openxmlformats.org/drawingml/2006/table">
                <a:tbl>
                  <a:tblPr firstRow="1" bandRow="1">
                    <a:tableStyleId>{5C22544A-7EE6-4342-B048-85BDC9FD1C3A}</a:tableStyleId>
                  </a:tblPr>
                  <a:tblGrid>
                    <a:gridCol w="6530154">
                      <a:extLst>
                        <a:ext uri="{9D8B030D-6E8A-4147-A177-3AD203B41FA5}">
                          <a16:colId xmlns:a16="http://schemas.microsoft.com/office/drawing/2014/main" val="1761486243"/>
                        </a:ext>
                      </a:extLst>
                    </a:gridCol>
                  </a:tblGrid>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389" r="-187" b="-1302778"/>
                          </a:stretch>
                        </a:blipFill>
                      </a:tcPr>
                    </a:tc>
                    <a:extLst>
                      <a:ext uri="{0D108BD9-81ED-4DB2-BD59-A6C34878D82A}">
                        <a16:rowId xmlns:a16="http://schemas.microsoft.com/office/drawing/2014/main" val="4022695069"/>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01389" r="-187" b="-1202778"/>
                          </a:stretch>
                        </a:blipFill>
                      </a:tcPr>
                    </a:tc>
                    <a:extLst>
                      <a:ext uri="{0D108BD9-81ED-4DB2-BD59-A6C34878D82A}">
                        <a16:rowId xmlns:a16="http://schemas.microsoft.com/office/drawing/2014/main" val="1584350545"/>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201389" r="-187" b="-1102778"/>
                          </a:stretch>
                        </a:blipFill>
                      </a:tcPr>
                    </a:tc>
                    <a:extLst>
                      <a:ext uri="{0D108BD9-81ED-4DB2-BD59-A6C34878D82A}">
                        <a16:rowId xmlns:a16="http://schemas.microsoft.com/office/drawing/2014/main" val="177239998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301389" r="-187" b="-1002778"/>
                          </a:stretch>
                        </a:blipFill>
                      </a:tcPr>
                    </a:tc>
                    <a:extLst>
                      <a:ext uri="{0D108BD9-81ED-4DB2-BD59-A6C34878D82A}">
                        <a16:rowId xmlns:a16="http://schemas.microsoft.com/office/drawing/2014/main" val="72250216"/>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401389" r="-187" b="-902778"/>
                          </a:stretch>
                        </a:blipFill>
                      </a:tcPr>
                    </a:tc>
                    <a:extLst>
                      <a:ext uri="{0D108BD9-81ED-4DB2-BD59-A6C34878D82A}">
                        <a16:rowId xmlns:a16="http://schemas.microsoft.com/office/drawing/2014/main" val="157293013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501389" r="-187" b="-802778"/>
                          </a:stretch>
                        </a:blipFill>
                      </a:tcPr>
                    </a:tc>
                    <a:extLst>
                      <a:ext uri="{0D108BD9-81ED-4DB2-BD59-A6C34878D82A}">
                        <a16:rowId xmlns:a16="http://schemas.microsoft.com/office/drawing/2014/main" val="308016386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601389" r="-187" b="-702778"/>
                          </a:stretch>
                        </a:blipFill>
                      </a:tcPr>
                    </a:tc>
                    <a:extLst>
                      <a:ext uri="{0D108BD9-81ED-4DB2-BD59-A6C34878D82A}">
                        <a16:rowId xmlns:a16="http://schemas.microsoft.com/office/drawing/2014/main" val="316031152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701389" r="-187" b="-602778"/>
                          </a:stretch>
                        </a:blipFill>
                      </a:tcPr>
                    </a:tc>
                    <a:extLst>
                      <a:ext uri="{0D108BD9-81ED-4DB2-BD59-A6C34878D82A}">
                        <a16:rowId xmlns:a16="http://schemas.microsoft.com/office/drawing/2014/main" val="257855018"/>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801389" r="-187" b="-502778"/>
                          </a:stretch>
                        </a:blipFill>
                      </a:tcPr>
                    </a:tc>
                    <a:extLst>
                      <a:ext uri="{0D108BD9-81ED-4DB2-BD59-A6C34878D82A}">
                        <a16:rowId xmlns:a16="http://schemas.microsoft.com/office/drawing/2014/main" val="3057849110"/>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901389" r="-187" b="-402778"/>
                          </a:stretch>
                        </a:blipFill>
                      </a:tcPr>
                    </a:tc>
                    <a:extLst>
                      <a:ext uri="{0D108BD9-81ED-4DB2-BD59-A6C34878D82A}">
                        <a16:rowId xmlns:a16="http://schemas.microsoft.com/office/drawing/2014/main" val="109959841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001389" r="-187" b="-302778"/>
                          </a:stretch>
                        </a:blipFill>
                      </a:tcPr>
                    </a:tc>
                    <a:extLst>
                      <a:ext uri="{0D108BD9-81ED-4DB2-BD59-A6C34878D82A}">
                        <a16:rowId xmlns:a16="http://schemas.microsoft.com/office/drawing/2014/main" val="349671010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101389" r="-187" b="-202778"/>
                          </a:stretch>
                        </a:blipFill>
                      </a:tcPr>
                    </a:tc>
                    <a:extLst>
                      <a:ext uri="{0D108BD9-81ED-4DB2-BD59-A6C34878D82A}">
                        <a16:rowId xmlns:a16="http://schemas.microsoft.com/office/drawing/2014/main" val="1218591293"/>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201389" r="-187" b="-102778"/>
                          </a:stretch>
                        </a:blipFill>
                      </a:tcPr>
                    </a:tc>
                    <a:extLst>
                      <a:ext uri="{0D108BD9-81ED-4DB2-BD59-A6C34878D82A}">
                        <a16:rowId xmlns:a16="http://schemas.microsoft.com/office/drawing/2014/main" val="249818581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301389" r="-187" b="-2778"/>
                          </a:stretch>
                        </a:blipFill>
                      </a:tcPr>
                    </a:tc>
                    <a:extLst>
                      <a:ext uri="{0D108BD9-81ED-4DB2-BD59-A6C34878D82A}">
                        <a16:rowId xmlns:a16="http://schemas.microsoft.com/office/drawing/2014/main" val="337419075"/>
                      </a:ext>
                    </a:extLst>
                  </a:tr>
                </a:tbl>
              </a:graphicData>
            </a:graphic>
          </p:graphicFrame>
        </mc:Fallback>
      </mc:AlternateContent>
    </p:spTree>
    <p:extLst>
      <p:ext uri="{BB962C8B-B14F-4D97-AF65-F5344CB8AC3E}">
        <p14:creationId xmlns:p14="http://schemas.microsoft.com/office/powerpoint/2010/main" val="2781943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28</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21052" y="44576"/>
            <a:ext cx="4147995"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Non Calculator paper</a:t>
            </a:r>
          </a:p>
        </p:txBody>
      </p:sp>
      <p:sp>
        <p:nvSpPr>
          <p:cNvPr id="15" name="Rectangle 14">
            <a:extLst>
              <a:ext uri="{FF2B5EF4-FFF2-40B4-BE49-F238E27FC236}">
                <a16:creationId xmlns:a16="http://schemas.microsoft.com/office/drawing/2014/main" id="{B2D3FBEC-2336-BCA9-1889-97D155B50C98}"/>
              </a:ext>
            </a:extLst>
          </p:cNvPr>
          <p:cNvSpPr/>
          <p:nvPr/>
        </p:nvSpPr>
        <p:spPr>
          <a:xfrm>
            <a:off x="152401" y="2608154"/>
            <a:ext cx="6360160" cy="11132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C7EA67A0-BF03-D11D-B134-DB38F8699485}"/>
              </a:ext>
            </a:extLst>
          </p:cNvPr>
          <p:cNvSpPr/>
          <p:nvPr/>
        </p:nvSpPr>
        <p:spPr>
          <a:xfrm>
            <a:off x="161692" y="5137496"/>
            <a:ext cx="6360160" cy="24118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picture containing chart&#10;&#10;Description automatically generated">
            <a:extLst>
              <a:ext uri="{FF2B5EF4-FFF2-40B4-BE49-F238E27FC236}">
                <a16:creationId xmlns:a16="http://schemas.microsoft.com/office/drawing/2014/main" id="{F558A1A4-EFF6-B533-D71A-E7B81AE192F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241" t="26191"/>
          <a:stretch/>
        </p:blipFill>
        <p:spPr>
          <a:xfrm>
            <a:off x="161692" y="2707239"/>
            <a:ext cx="4828545" cy="958431"/>
          </a:xfrm>
          <a:prstGeom prst="rect">
            <a:avLst/>
          </a:prstGeom>
        </p:spPr>
      </p:pic>
      <p:grpSp>
        <p:nvGrpSpPr>
          <p:cNvPr id="29" name="Group 28">
            <a:extLst>
              <a:ext uri="{FF2B5EF4-FFF2-40B4-BE49-F238E27FC236}">
                <a16:creationId xmlns:a16="http://schemas.microsoft.com/office/drawing/2014/main" id="{7973D72C-7B30-FA51-7CFB-D001E7578FF9}"/>
              </a:ext>
            </a:extLst>
          </p:cNvPr>
          <p:cNvGrpSpPr/>
          <p:nvPr/>
        </p:nvGrpSpPr>
        <p:grpSpPr>
          <a:xfrm>
            <a:off x="161692" y="7598091"/>
            <a:ext cx="6360160" cy="2202233"/>
            <a:chOff x="152401" y="321227"/>
            <a:chExt cx="6360160" cy="2202233"/>
          </a:xfrm>
        </p:grpSpPr>
        <p:sp>
          <p:nvSpPr>
            <p:cNvPr id="14" name="Rectangle 13">
              <a:extLst>
                <a:ext uri="{FF2B5EF4-FFF2-40B4-BE49-F238E27FC236}">
                  <a16:creationId xmlns:a16="http://schemas.microsoft.com/office/drawing/2014/main" id="{5466CC10-C62A-00C0-A9DB-B6C6C5D1D3C0}"/>
                </a:ext>
              </a:extLst>
            </p:cNvPr>
            <p:cNvSpPr/>
            <p:nvPr/>
          </p:nvSpPr>
          <p:spPr>
            <a:xfrm>
              <a:off x="152401" y="321227"/>
              <a:ext cx="6360160" cy="22022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Calendar&#10;&#10;Description automatically generated">
              <a:extLst>
                <a:ext uri="{FF2B5EF4-FFF2-40B4-BE49-F238E27FC236}">
                  <a16:creationId xmlns:a16="http://schemas.microsoft.com/office/drawing/2014/main" id="{BE5825F8-9D15-5376-FDA2-440489060AE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669" t="1272"/>
            <a:stretch/>
          </p:blipFill>
          <p:spPr>
            <a:xfrm>
              <a:off x="345439" y="447499"/>
              <a:ext cx="3212924" cy="1985418"/>
            </a:xfrm>
            <a:prstGeom prst="rect">
              <a:avLst/>
            </a:prstGeom>
          </p:spPr>
        </p:pic>
      </p:grpSp>
      <p:pic>
        <p:nvPicPr>
          <p:cNvPr id="9" name="Picture 8">
            <a:extLst>
              <a:ext uri="{FF2B5EF4-FFF2-40B4-BE49-F238E27FC236}">
                <a16:creationId xmlns:a16="http://schemas.microsoft.com/office/drawing/2014/main" id="{1405FAC3-5DF1-33EF-2068-1DA3CC34ED22}"/>
              </a:ext>
            </a:extLst>
          </p:cNvPr>
          <p:cNvPicPr>
            <a:picLocks noChangeAspect="1"/>
          </p:cNvPicPr>
          <p:nvPr/>
        </p:nvPicPr>
        <p:blipFill>
          <a:blip r:embed="rId5"/>
          <a:stretch>
            <a:fillRect/>
          </a:stretch>
        </p:blipFill>
        <p:spPr>
          <a:xfrm>
            <a:off x="263202" y="5216477"/>
            <a:ext cx="5284896" cy="1877322"/>
          </a:xfrm>
          <a:prstGeom prst="rect">
            <a:avLst/>
          </a:prstGeom>
        </p:spPr>
      </p:pic>
      <p:grpSp>
        <p:nvGrpSpPr>
          <p:cNvPr id="27" name="Group 26">
            <a:extLst>
              <a:ext uri="{FF2B5EF4-FFF2-40B4-BE49-F238E27FC236}">
                <a16:creationId xmlns:a16="http://schemas.microsoft.com/office/drawing/2014/main" id="{EA3267D9-626F-C6AA-B4FF-AF2EDE25B390}"/>
              </a:ext>
            </a:extLst>
          </p:cNvPr>
          <p:cNvGrpSpPr/>
          <p:nvPr/>
        </p:nvGrpSpPr>
        <p:grpSpPr>
          <a:xfrm>
            <a:off x="152401" y="418516"/>
            <a:ext cx="6360160" cy="2033131"/>
            <a:chOff x="1873534" y="5635393"/>
            <a:chExt cx="6360160" cy="2033131"/>
          </a:xfrm>
        </p:grpSpPr>
        <p:sp>
          <p:nvSpPr>
            <p:cNvPr id="17" name="Rectangle 16">
              <a:extLst>
                <a:ext uri="{FF2B5EF4-FFF2-40B4-BE49-F238E27FC236}">
                  <a16:creationId xmlns:a16="http://schemas.microsoft.com/office/drawing/2014/main" id="{8E267D32-6D19-36DE-5104-84270819E214}"/>
                </a:ext>
              </a:extLst>
            </p:cNvPr>
            <p:cNvSpPr/>
            <p:nvPr/>
          </p:nvSpPr>
          <p:spPr>
            <a:xfrm>
              <a:off x="1873534" y="5635393"/>
              <a:ext cx="6360160" cy="20331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E47C496A-853C-B226-54E5-DE1B44249BA7}"/>
                </a:ext>
              </a:extLst>
            </p:cNvPr>
            <p:cNvPicPr>
              <a:picLocks noChangeAspect="1"/>
            </p:cNvPicPr>
            <p:nvPr/>
          </p:nvPicPr>
          <p:blipFill>
            <a:blip r:embed="rId6"/>
            <a:stretch>
              <a:fillRect/>
            </a:stretch>
          </p:blipFill>
          <p:spPr>
            <a:xfrm>
              <a:off x="1937063" y="5720087"/>
              <a:ext cx="4936060" cy="1899429"/>
            </a:xfrm>
            <a:prstGeom prst="rect">
              <a:avLst/>
            </a:prstGeom>
          </p:spPr>
        </p:pic>
      </p:grpSp>
      <p:pic>
        <p:nvPicPr>
          <p:cNvPr id="25" name="Picture 24">
            <a:extLst>
              <a:ext uri="{FF2B5EF4-FFF2-40B4-BE49-F238E27FC236}">
                <a16:creationId xmlns:a16="http://schemas.microsoft.com/office/drawing/2014/main" id="{E1034569-C38C-863F-F6AE-1E6A67F12BB1}"/>
              </a:ext>
            </a:extLst>
          </p:cNvPr>
          <p:cNvPicPr>
            <a:picLocks noChangeAspect="1"/>
          </p:cNvPicPr>
          <p:nvPr/>
        </p:nvPicPr>
        <p:blipFill>
          <a:blip r:embed="rId7"/>
          <a:stretch>
            <a:fillRect/>
          </a:stretch>
        </p:blipFill>
        <p:spPr>
          <a:xfrm>
            <a:off x="121052" y="3888769"/>
            <a:ext cx="5494994" cy="683063"/>
          </a:xfrm>
          <a:prstGeom prst="rect">
            <a:avLst/>
          </a:prstGeom>
        </p:spPr>
      </p:pic>
      <p:sp>
        <p:nvSpPr>
          <p:cNvPr id="26" name="Rectangle 25">
            <a:extLst>
              <a:ext uri="{FF2B5EF4-FFF2-40B4-BE49-F238E27FC236}">
                <a16:creationId xmlns:a16="http://schemas.microsoft.com/office/drawing/2014/main" id="{82856E99-1506-23B8-2267-747F9BF5C052}"/>
              </a:ext>
            </a:extLst>
          </p:cNvPr>
          <p:cNvSpPr/>
          <p:nvPr/>
        </p:nvSpPr>
        <p:spPr>
          <a:xfrm>
            <a:off x="152401" y="3791941"/>
            <a:ext cx="6360160" cy="12898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21772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e238da7da78697d1fe4891d3ac25b45a">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72ff361b2b60b6ed47f8a13d178c3d7"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2.xml><?xml version="1.0" encoding="utf-8"?>
<ds:datastoreItem xmlns:ds="http://schemas.openxmlformats.org/officeDocument/2006/customXml" ds:itemID="{0CA27725-4129-4B46-B644-7797A4250F25}"/>
</file>

<file path=customXml/itemProps3.xml><?xml version="1.0" encoding="utf-8"?>
<ds:datastoreItem xmlns:ds="http://schemas.openxmlformats.org/officeDocument/2006/customXml" ds:itemID="{0F6D76E5-7287-49DC-AF93-B1F4EB3F8258}">
  <ds:schemaRef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purl.org/dc/elements/1.1/"/>
    <ds:schemaRef ds:uri="608ebbb4-e88b-4c99-b506-21d9362781c6"/>
    <ds:schemaRef ds:uri="http://www.w3.org/XML/1998/namespace"/>
    <ds:schemaRef ds:uri="http://purl.org/dc/dcmitype/"/>
    <ds:schemaRef ds:uri="e30b71df-48f4-4db7-95c3-a9033c265cb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3476</Words>
  <Application>Microsoft Office PowerPoint</Application>
  <PresentationFormat>A4 Paper (210x297 mm)</PresentationFormat>
  <Paragraphs>845</Paragraphs>
  <Slides>28</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.AppleSystemUIFont</vt:lpstr>
      <vt:lpstr>Arial</vt:lpstr>
      <vt:lpstr>Calibri</vt:lpstr>
      <vt:lpstr>Calibri Light</vt:lpstr>
      <vt:lpstr>Cambria Math</vt:lpstr>
      <vt:lpstr>Google Sans</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2025-10-02T09:16:10Z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